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32482aebdd4826" /><Relationship Type="http://schemas.openxmlformats.org/officeDocument/2006/relationships/extended-properties" Target="/docProps/app.xml" Id="Rbb28d8fe1cf74041" /><Relationship Type="http://schemas.openxmlformats.org/officeDocument/2006/relationships/officeDocument" Target="/ppt/presentation.xml" Id="Rd25b97b845b44c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7880c63f1f4188"/>
  </p:sldMasterIdLst>
  <p:notesMasterIdLst>
    <p:notesMasterId xmlns:r="http://schemas.openxmlformats.org/officeDocument/2006/relationships" r:id="Rf3d7b74dab1447b6"/>
  </p:notesMasterIdLst>
  <p:sldIdLst>
    <p:sldId xmlns:r="http://schemas.openxmlformats.org/officeDocument/2006/relationships" id="256" r:id="Raa07c3e7d5ae42b2"/>
    <p:sldId xmlns:r="http://schemas.openxmlformats.org/officeDocument/2006/relationships" id="257" r:id="R9e3157c567bf4a47"/>
    <p:sldId xmlns:r="http://schemas.openxmlformats.org/officeDocument/2006/relationships" id="258" r:id="R31f4a1342f8941a8"/>
    <p:sldId xmlns:r="http://schemas.openxmlformats.org/officeDocument/2006/relationships" id="259" r:id="R9f9a094d58714849"/>
    <p:sldId xmlns:r="http://schemas.openxmlformats.org/officeDocument/2006/relationships" id="260" r:id="R791f850db00140cd"/>
    <p:sldId xmlns:r="http://schemas.openxmlformats.org/officeDocument/2006/relationships" id="261" r:id="R6c31c12ab5274489"/>
    <p:sldId xmlns:r="http://schemas.openxmlformats.org/officeDocument/2006/relationships" id="262" r:id="Re60539d530d54cbc"/>
    <p:sldId xmlns:r="http://schemas.openxmlformats.org/officeDocument/2006/relationships" id="263" r:id="R7a9359b141f646c5"/>
    <p:sldId xmlns:r="http://schemas.openxmlformats.org/officeDocument/2006/relationships" id="264" r:id="Rfaf88703657e459c"/>
    <p:sldId xmlns:r="http://schemas.openxmlformats.org/officeDocument/2006/relationships" id="265" r:id="R40cacff2046f46a9"/>
    <p:sldId xmlns:r="http://schemas.openxmlformats.org/officeDocument/2006/relationships" id="266" r:id="R58be89ab509542ce"/>
  </p:sldIdLst>
  <p:sldSz cx="7559993" cy="10691813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d85d947d6f439f" /><Relationship Type="http://schemas.openxmlformats.org/officeDocument/2006/relationships/slideMaster" Target="/ppt/slideMasters/slideMaster1.xml" Id="R9c7880c63f1f4188" /><Relationship Type="http://schemas.openxmlformats.org/officeDocument/2006/relationships/notesMaster" Target="/ppt/notesMasters/notesMaster1.xml" Id="Rf3d7b74dab1447b6" /><Relationship Type="http://schemas.openxmlformats.org/officeDocument/2006/relationships/presProps" Target="/ppt/presProps.xml" Id="R882a36163d5d4450" /><Relationship Type="http://schemas.openxmlformats.org/officeDocument/2006/relationships/tableStyles" Target="/ppt/tableStyles.xml" Id="Rfc6c1eed7d10480a" /><Relationship Type="http://schemas.openxmlformats.org/officeDocument/2006/relationships/slide" Target="/ppt/slides/slide1.xml" Id="Raa07c3e7d5ae42b2" /><Relationship Type="http://schemas.openxmlformats.org/officeDocument/2006/relationships/slide" Target="/ppt/slides/slide2.xml" Id="R9e3157c567bf4a47" /><Relationship Type="http://schemas.openxmlformats.org/officeDocument/2006/relationships/slide" Target="/ppt/slides/slide3.xml" Id="R31f4a1342f8941a8" /><Relationship Type="http://schemas.openxmlformats.org/officeDocument/2006/relationships/slide" Target="/ppt/slides/slide4.xml" Id="R9f9a094d58714849" /><Relationship Type="http://schemas.openxmlformats.org/officeDocument/2006/relationships/slide" Target="/ppt/slides/slide5.xml" Id="R791f850db00140cd" /><Relationship Type="http://schemas.openxmlformats.org/officeDocument/2006/relationships/slide" Target="/ppt/slides/slide6.xml" Id="R6c31c12ab5274489" /><Relationship Type="http://schemas.openxmlformats.org/officeDocument/2006/relationships/slide" Target="/ppt/slides/slide7.xml" Id="Re60539d530d54cbc" /><Relationship Type="http://schemas.openxmlformats.org/officeDocument/2006/relationships/slide" Target="/ppt/slides/slide8.xml" Id="R7a9359b141f646c5" /><Relationship Type="http://schemas.openxmlformats.org/officeDocument/2006/relationships/slide" Target="/ppt/slides/slide9.xml" Id="Rfaf88703657e459c" /><Relationship Type="http://schemas.openxmlformats.org/officeDocument/2006/relationships/slide" Target="/ppt/slides/slide10.xml" Id="R40cacff2046f46a9" /><Relationship Type="http://schemas.openxmlformats.org/officeDocument/2006/relationships/slide" Target="/ppt/slides/slide11.xml" Id="R58be89ab509542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f324539cc74f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52f6448c174e47" /><Relationship Type="http://schemas.openxmlformats.org/officeDocument/2006/relationships/notesMaster" Target="/ppt/notesMasters/notesMaster1.xml" Id="Rdd91827036ee4d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915b29ec374690" /><Relationship Type="http://schemas.openxmlformats.org/officeDocument/2006/relationships/notesMaster" Target="/ppt/notesMasters/notesMaster1.xml" Id="Rb631f912666245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0613359ec64a99" /><Relationship Type="http://schemas.openxmlformats.org/officeDocument/2006/relationships/notesMaster" Target="/ppt/notesMasters/notesMaster1.xml" Id="R4f9bcb305c6149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5141d29ce14339" /><Relationship Type="http://schemas.openxmlformats.org/officeDocument/2006/relationships/notesMaster" Target="/ppt/notesMasters/notesMaster1.xml" Id="R0f3e636a1df345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848ba9cdc04a09" /><Relationship Type="http://schemas.openxmlformats.org/officeDocument/2006/relationships/notesMaster" Target="/ppt/notesMasters/notesMaster1.xml" Id="R0f87f970ffcc43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ab7bd85223482f" /><Relationship Type="http://schemas.openxmlformats.org/officeDocument/2006/relationships/notesMaster" Target="/ppt/notesMasters/notesMaster1.xml" Id="R1ecc2c59d2e045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2a78e560e9463a" /><Relationship Type="http://schemas.openxmlformats.org/officeDocument/2006/relationships/notesMaster" Target="/ppt/notesMasters/notesMaster1.xml" Id="Rc0621917db7542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986af9809d4f1c" /><Relationship Type="http://schemas.openxmlformats.org/officeDocument/2006/relationships/notesMaster" Target="/ppt/notesMasters/notesMaster1.xml" Id="R9e767cbf6d4340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dd3fabcac14341" /><Relationship Type="http://schemas.openxmlformats.org/officeDocument/2006/relationships/notesMaster" Target="/ppt/notesMasters/notesMaster1.xml" Id="R7700ca154d3041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2f6191feab4f46" /><Relationship Type="http://schemas.openxmlformats.org/officeDocument/2006/relationships/notesMaster" Target="/ppt/notesMasters/notesMaster1.xml" Id="Re71f6cb9fe7a4b6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b28facbddf428f" /><Relationship Type="http://schemas.openxmlformats.org/officeDocument/2006/relationships/notesMaster" Target="/ppt/notesMasters/notesMaster1.xml" Id="R6cc4314f23b64c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1/11쪽.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2/11쪽.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3/11쪽.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4/11쪽.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5/11쪽.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6/11쪽.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7/11쪽.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8/11쪽.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9/11쪽.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10/11쪽.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11/11쪽.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1~16장 설명,17장은 기술 대응표 소개와 마무리.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f40af14834b6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6508b7ae4417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6a5332448747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8126e6dfca45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d49f8c3d9c42e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6fb8dd7644a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8BB746-670E-44C9-840F-DA2E9B6B5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5999" y="4039129"/>
            <a:ext cx="6047994" cy="1544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66D5C18-E433-4D71-97BB-F17CCB9CB1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33999" y="5880497"/>
            <a:ext cx="5291995" cy="1187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8696AFD-9036-40B8-8336-8842DA82A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5999" y="4454922"/>
            <a:ext cx="6047994" cy="17819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B86598-8A56-46A9-8008-C94F169686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25250" y="831585"/>
            <a:ext cx="6709494" cy="1306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C601FD6-7C59-44F1-B400-43B27217E1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5250" y="2969948"/>
            <a:ext cx="6709494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356BA92-E251-4D81-B428-89D34E885E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25250" y="831585"/>
            <a:ext cx="6709494" cy="1306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BCC535-E5EF-4689-A7EB-4F1424FC50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5250" y="2969948"/>
            <a:ext cx="3118497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92B415D-874C-4CFD-B7E0-54A0331384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016246" y="2969948"/>
            <a:ext cx="3118497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59C848-492C-4C35-8D6B-A61AB076E9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25250" y="831585"/>
            <a:ext cx="6709494" cy="1306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5F9FD9-A152-49B3-8CCE-B5DA65FEB2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5250" y="2969948"/>
            <a:ext cx="3118497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3262146b074e55" /><Relationship Type="http://schemas.openxmlformats.org/officeDocument/2006/relationships/slideLayout" Target="/ppt/slideLayouts/slideLayout1.xml" Id="Ra4a97203473a4171" /><Relationship Type="http://schemas.openxmlformats.org/officeDocument/2006/relationships/slideLayout" Target="/ppt/slideLayouts/slideLayout2.xml" Id="R9838cb1f32f14cb8" /><Relationship Type="http://schemas.openxmlformats.org/officeDocument/2006/relationships/slideLayout" Target="/ppt/slideLayouts/slideLayout3.xml" Id="R33ae7f89ed414a32" /><Relationship Type="http://schemas.openxmlformats.org/officeDocument/2006/relationships/slideLayout" Target="/ppt/slideLayouts/slideLayout4.xml" Id="Ra23aca2a78e24fe7" /><Relationship Type="http://schemas.openxmlformats.org/officeDocument/2006/relationships/slideLayout" Target="/ppt/slideLayouts/slideLayout5.xml" Id="Rbb4958655ec14aa3" /><Relationship Type="http://schemas.openxmlformats.org/officeDocument/2006/relationships/slideLayout" Target="/ppt/slideLayouts/slideLayout6.xml" Id="R554c6d8dd6b14b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a97203473a4171"/>
    <p:sldLayoutId xmlns:r="http://schemas.openxmlformats.org/officeDocument/2006/relationships" id="2147483650" r:id="R9838cb1f32f14cb8"/>
    <p:sldLayoutId xmlns:r="http://schemas.openxmlformats.org/officeDocument/2006/relationships" id="2147483651" r:id="R33ae7f89ed414a32"/>
    <p:sldLayoutId xmlns:r="http://schemas.openxmlformats.org/officeDocument/2006/relationships" id="2147483652" r:id="Ra23aca2a78e24fe7"/>
    <p:sldLayoutId xmlns:r="http://schemas.openxmlformats.org/officeDocument/2006/relationships" id="2147483653" r:id="Rbb4958655ec14aa3"/>
    <p:sldLayoutId xmlns:r="http://schemas.openxmlformats.org/officeDocument/2006/relationships" id="2147483654" r:id="R554c6d8dd6b14b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6144d9d65b4be5" /><Relationship Type="http://schemas.openxmlformats.org/officeDocument/2006/relationships/image" Target="/ppt/media/image.png" Id="Re721f7c7f9834134" /><Relationship Type="http://schemas.openxmlformats.org/officeDocument/2006/relationships/notesSlide" Target="/ppt/notesSlides/notesSlide1.xml" Id="R71ebdc0a4ddd45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ea92172c05499b" /><Relationship Type="http://schemas.openxmlformats.org/officeDocument/2006/relationships/image" Target="/ppt/media/image2.png" Id="Raea04d16482449f5" /><Relationship Type="http://schemas.openxmlformats.org/officeDocument/2006/relationships/notesSlide" Target="/ppt/notesSlides/notesSlide2.xml" Id="R2789c9f9cac64e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2a593e47824ae4" /><Relationship Type="http://schemas.openxmlformats.org/officeDocument/2006/relationships/image" Target="/ppt/media/image3.png" Id="Rb71577dc33b64dc1" /><Relationship Type="http://schemas.openxmlformats.org/officeDocument/2006/relationships/notesSlide" Target="/ppt/notesSlides/notesSlide3.xml" Id="Rc37aec8761a842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03e733538c44de" /><Relationship Type="http://schemas.openxmlformats.org/officeDocument/2006/relationships/image" Target="/ppt/media/image4.png" Id="Rd59557406f9846b2" /><Relationship Type="http://schemas.openxmlformats.org/officeDocument/2006/relationships/notesSlide" Target="/ppt/notesSlides/notesSlide4.xml" Id="R219953c88d1f43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a06bac15c24a59" /><Relationship Type="http://schemas.openxmlformats.org/officeDocument/2006/relationships/image" Target="/ppt/media/image5.png" Id="Rfa2df3fc78b24482" /><Relationship Type="http://schemas.openxmlformats.org/officeDocument/2006/relationships/notesSlide" Target="/ppt/notesSlides/notesSlide5.xml" Id="Rf247f1ac404141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e074eaa79e410a" /><Relationship Type="http://schemas.openxmlformats.org/officeDocument/2006/relationships/image" Target="/ppt/media/image6.png" Id="R25d1226a587441c3" /><Relationship Type="http://schemas.openxmlformats.org/officeDocument/2006/relationships/notesSlide" Target="/ppt/notesSlides/notesSlide6.xml" Id="Re539dd8c164746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7fb9f95c2b4c39" /><Relationship Type="http://schemas.openxmlformats.org/officeDocument/2006/relationships/image" Target="/ppt/media/image7.png" Id="R8841a2ef632f4bff" /><Relationship Type="http://schemas.openxmlformats.org/officeDocument/2006/relationships/notesSlide" Target="/ppt/notesSlides/notesSlide7.xml" Id="R64380497869e48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f178757236499e" /><Relationship Type="http://schemas.openxmlformats.org/officeDocument/2006/relationships/image" Target="/ppt/media/image8.png" Id="Rdbde554e6a2b4939" /><Relationship Type="http://schemas.openxmlformats.org/officeDocument/2006/relationships/notesSlide" Target="/ppt/notesSlides/notesSlide8.xml" Id="Rd90a9f0b73a14f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5766e4ce634209" /><Relationship Type="http://schemas.openxmlformats.org/officeDocument/2006/relationships/image" Target="/ppt/media/image9.png" Id="R0e4556f437a349a7" /><Relationship Type="http://schemas.openxmlformats.org/officeDocument/2006/relationships/notesSlide" Target="/ppt/notesSlides/notesSlide9.xml" Id="R85e46764c13b42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737bb838904ed0" /><Relationship Type="http://schemas.openxmlformats.org/officeDocument/2006/relationships/image" Target="/ppt/media/image10.png" Id="Rd18786c0019042f3" /><Relationship Type="http://schemas.openxmlformats.org/officeDocument/2006/relationships/notesSlide" Target="/ppt/notesSlides/notesSlide10.xml" Id="R4cef0c15952049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21a6112796455b" /><Relationship Type="http://schemas.openxmlformats.org/officeDocument/2006/relationships/image" Target="/ppt/media/image11.png" Id="R0b18344b44e44566" /><Relationship Type="http://schemas.openxmlformats.org/officeDocument/2006/relationships/notesSlide" Target="/ppt/notesSlides/notesSlide11.xml" Id="R76f091edcb4e472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2673C-C3E9-46B1-99FB-FA43F233CD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1f7c7f9834134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4466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C27B7-F895-4A1F-A2B8-8ADA9C7C83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04d16482449f5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2469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095CF-25D7-40C5-ABFB-B5143EFAB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577dc33b64dc1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5558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F8E63-7C62-4CA4-B823-3B77602A11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557406f9846b2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5887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38951-1732-4225-B030-B9940270A1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df3fc78b24482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9251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CC7BC-77B1-480A-B155-97BC07AFAF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1226a587441c3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594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0D579-EDDD-4C01-87E4-3DBEA5FD41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1a2ef632f4bff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4821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D4F94-EE7F-4246-A15E-B8C212B5E2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e554e6a2b4939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459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00F04-5D84-4C58-9165-426F5849D6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556f437a349a7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1571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324CF-DCBC-44A7-97CF-52945F2FF1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8786c0019042f3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55404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5FBF7-3541-453E-8B9A-FBB4499BA3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8344b44e44566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5893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2026-10-22T02:53:58.2880000Z</dcterms:created>
  <dcterms:modified xsi:type="dcterms:W3CDTF">2026-10-22T02:53:58.2880000Z</dcterms:modified>
</coreProperties>
</file>