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2549d4446844fa" /><Relationship Type="http://schemas.openxmlformats.org/officeDocument/2006/relationships/extended-properties" Target="/docProps/app.xml" Id="R42cddb4780434e70" /><Relationship Type="http://schemas.openxmlformats.org/officeDocument/2006/relationships/officeDocument" Target="/ppt/presentation.xml" Id="Rbfcc4df26a724a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ee22baeb13456d"/>
  </p:sldMasterIdLst>
  <p:notesMasterIdLst>
    <p:notesMasterId xmlns:r="http://schemas.openxmlformats.org/officeDocument/2006/relationships" r:id="R1c964d5fa64e4b86"/>
  </p:notesMasterIdLst>
  <p:sldIdLst>
    <p:sldId xmlns:r="http://schemas.openxmlformats.org/officeDocument/2006/relationships" id="256" r:id="R7acde66ba3994532"/>
    <p:sldId xmlns:r="http://schemas.openxmlformats.org/officeDocument/2006/relationships" id="257" r:id="R7ecfd472561c47ba"/>
    <p:sldId xmlns:r="http://schemas.openxmlformats.org/officeDocument/2006/relationships" id="258" r:id="R7c13b3faf0624f98"/>
    <p:sldId xmlns:r="http://schemas.openxmlformats.org/officeDocument/2006/relationships" id="259" r:id="Rdc0be74750c84524"/>
    <p:sldId xmlns:r="http://schemas.openxmlformats.org/officeDocument/2006/relationships" id="260" r:id="R61dd9dbb24de4660"/>
    <p:sldId xmlns:r="http://schemas.openxmlformats.org/officeDocument/2006/relationships" id="261" r:id="R995dc81cfbbb43bf"/>
    <p:sldId xmlns:r="http://schemas.openxmlformats.org/officeDocument/2006/relationships" id="262" r:id="R9b49cdf9c2994b3e"/>
    <p:sldId xmlns:r="http://schemas.openxmlformats.org/officeDocument/2006/relationships" id="263" r:id="R7005562517124fb8"/>
    <p:sldId xmlns:r="http://schemas.openxmlformats.org/officeDocument/2006/relationships" id="264" r:id="Rba69c251f3b9474b"/>
    <p:sldId xmlns:r="http://schemas.openxmlformats.org/officeDocument/2006/relationships" id="265" r:id="Ra2e801e859f8467e"/>
    <p:sldId xmlns:r="http://schemas.openxmlformats.org/officeDocument/2006/relationships" id="266" r:id="Rda20a2c62fe446c1"/>
  </p:sldIdLst>
  <p:sldSz cx="7559993" cy="10691813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101351961b40c5" /><Relationship Type="http://schemas.openxmlformats.org/officeDocument/2006/relationships/slideMaster" Target="/ppt/slideMasters/slideMaster1.xml" Id="R75ee22baeb13456d" /><Relationship Type="http://schemas.openxmlformats.org/officeDocument/2006/relationships/notesMaster" Target="/ppt/notesMasters/notesMaster1.xml" Id="R1c964d5fa64e4b86" /><Relationship Type="http://schemas.openxmlformats.org/officeDocument/2006/relationships/presProps" Target="/ppt/presProps.xml" Id="R80c6ec31b5354d5e" /><Relationship Type="http://schemas.openxmlformats.org/officeDocument/2006/relationships/tableStyles" Target="/ppt/tableStyles.xml" Id="R239b8c12a9e7404b" /><Relationship Type="http://schemas.openxmlformats.org/officeDocument/2006/relationships/slide" Target="/ppt/slides/slide1.xml" Id="R7acde66ba3994532" /><Relationship Type="http://schemas.openxmlformats.org/officeDocument/2006/relationships/slide" Target="/ppt/slides/slide2.xml" Id="R7ecfd472561c47ba" /><Relationship Type="http://schemas.openxmlformats.org/officeDocument/2006/relationships/slide" Target="/ppt/slides/slide3.xml" Id="R7c13b3faf0624f98" /><Relationship Type="http://schemas.openxmlformats.org/officeDocument/2006/relationships/slide" Target="/ppt/slides/slide4.xml" Id="Rdc0be74750c84524" /><Relationship Type="http://schemas.openxmlformats.org/officeDocument/2006/relationships/slide" Target="/ppt/slides/slide5.xml" Id="R61dd9dbb24de4660" /><Relationship Type="http://schemas.openxmlformats.org/officeDocument/2006/relationships/slide" Target="/ppt/slides/slide6.xml" Id="R995dc81cfbbb43bf" /><Relationship Type="http://schemas.openxmlformats.org/officeDocument/2006/relationships/slide" Target="/ppt/slides/slide7.xml" Id="R9b49cdf9c2994b3e" /><Relationship Type="http://schemas.openxmlformats.org/officeDocument/2006/relationships/slide" Target="/ppt/slides/slide8.xml" Id="R7005562517124fb8" /><Relationship Type="http://schemas.openxmlformats.org/officeDocument/2006/relationships/slide" Target="/ppt/slides/slide9.xml" Id="Rba69c251f3b9474b" /><Relationship Type="http://schemas.openxmlformats.org/officeDocument/2006/relationships/slide" Target="/ppt/slides/slide10.xml" Id="Ra2e801e859f8467e" /><Relationship Type="http://schemas.openxmlformats.org/officeDocument/2006/relationships/slide" Target="/ppt/slides/slide11.xml" Id="Rda20a2c62fe446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411ccff8354e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1ae6ff2d124761" /><Relationship Type="http://schemas.openxmlformats.org/officeDocument/2006/relationships/notesMaster" Target="/ppt/notesMasters/notesMaster1.xml" Id="R2d1d18b2f1b04a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771790768b4a66" /><Relationship Type="http://schemas.openxmlformats.org/officeDocument/2006/relationships/notesMaster" Target="/ppt/notesMasters/notesMaster1.xml" Id="Re3dd4cd0480946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d8abe0a3974a02" /><Relationship Type="http://schemas.openxmlformats.org/officeDocument/2006/relationships/notesMaster" Target="/ppt/notesMasters/notesMaster1.xml" Id="R209e2b9152cd4a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5da5536abe47de" /><Relationship Type="http://schemas.openxmlformats.org/officeDocument/2006/relationships/notesMaster" Target="/ppt/notesMasters/notesMaster1.xml" Id="R2fa52397c5594a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21e8d5b5f34017" /><Relationship Type="http://schemas.openxmlformats.org/officeDocument/2006/relationships/notesMaster" Target="/ppt/notesMasters/notesMaster1.xml" Id="Ra29431d985394c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f8bfd29f38494a" /><Relationship Type="http://schemas.openxmlformats.org/officeDocument/2006/relationships/notesMaster" Target="/ppt/notesMasters/notesMaster1.xml" Id="R1c8d18fd094e43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81bfb82eac4535" /><Relationship Type="http://schemas.openxmlformats.org/officeDocument/2006/relationships/notesMaster" Target="/ppt/notesMasters/notesMaster1.xml" Id="Re2ab23157f8442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66d9c92291498a" /><Relationship Type="http://schemas.openxmlformats.org/officeDocument/2006/relationships/notesMaster" Target="/ppt/notesMasters/notesMaster1.xml" Id="R62459cb17dc740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94545b3219400a" /><Relationship Type="http://schemas.openxmlformats.org/officeDocument/2006/relationships/notesMaster" Target="/ppt/notesMasters/notesMaster1.xml" Id="R583f7538e3a343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9462fa4a514ce5" /><Relationship Type="http://schemas.openxmlformats.org/officeDocument/2006/relationships/notesMaster" Target="/ppt/notesMasters/notesMaster1.xml" Id="R2e9677e8b9c44f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6ca77c9dd6470a" /><Relationship Type="http://schemas.openxmlformats.org/officeDocument/2006/relationships/notesMaster" Target="/ppt/notesMasters/notesMaster1.xml" Id="R13156596a34544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1/11쪽.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2/11쪽.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3/11쪽.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4/11쪽.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5/11쪽.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6/11쪽.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7/11쪽.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8/11쪽.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9/11쪽.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10/11쪽.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SKALA 광주 2반 G045 김용찬. 반도체 검사 모델 실험·관리 Agent 상세 보고서 11/11쪽. 원문·하이퍼링크: https://github.com/dragonchan95/Semiconductor-AI-Agent/blob/main/docs/REPORT.md</a:t>
            </a:r>
          </a:p>
          <a:p xmlns:a="http://schemas.openxmlformats.org/drawingml/2006/main">
            <a:r>
              <a:t>5분 발표는 별도 발표 PPTX 본문1~12장,13~17장은 질문용 부록. 이 보고서는 PDF 페이지의 레이아웃을 보존한 이미지 사본입니다. 수정할 원문은 REPORT.md입니다.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02787b790541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f44d7eccf44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031f88ba2e42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edc964c80648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7e99728de47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d20d8c3b584a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9F763B-CE75-4D7D-96AC-C1168263B6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5999" y="4039129"/>
            <a:ext cx="6047994" cy="1544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B893FD-7DF5-45EF-8075-308B919BFE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33999" y="5880497"/>
            <a:ext cx="5291995" cy="1187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5FD98A4-727D-4EC5-9C51-606FC9BD5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5999" y="4454922"/>
            <a:ext cx="6047994" cy="17819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0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4CF737C-7EA4-442A-9168-F84F20B49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25250" y="831585"/>
            <a:ext cx="6709494" cy="1306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145C6D6-F5EB-4ECC-9777-C22A8E9CE0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5250" y="2969948"/>
            <a:ext cx="6709494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33DD849-EA3E-4D0D-B89C-324448C51D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25250" y="831585"/>
            <a:ext cx="6709494" cy="1306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0BBB5B5-520A-45EF-87A2-76BD545C0F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5250" y="2969948"/>
            <a:ext cx="3118497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C218DAE-527F-42E2-885B-218790F59FB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016246" y="2969948"/>
            <a:ext cx="3118497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0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2D9C41-88B6-49CA-89DF-497E0B8BB4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25250" y="831585"/>
            <a:ext cx="6709494" cy="1306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4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104673-E8FD-4373-BCCC-ED2FDACC59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5250" y="2969948"/>
            <a:ext cx="3118497" cy="6652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41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330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519750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708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897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086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275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464749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1653748" indent="-141750" algn="l">
              <a:lnSpc>
                <a:spcPct val="110000"/>
              </a:lnSpc>
              <a:spcBef>
                <a:spcPts val="0"/>
              </a:spcBef>
              <a:spcAft>
                <a:spcPts val="744"/>
              </a:spcAft>
              <a:buChar char="•"/>
              <a:defRPr sz="139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0edde795264132" /><Relationship Type="http://schemas.openxmlformats.org/officeDocument/2006/relationships/slideLayout" Target="/ppt/slideLayouts/slideLayout1.xml" Id="R394c09a0b58f4004" /><Relationship Type="http://schemas.openxmlformats.org/officeDocument/2006/relationships/slideLayout" Target="/ppt/slideLayouts/slideLayout2.xml" Id="Rf5493b97ca1442d0" /><Relationship Type="http://schemas.openxmlformats.org/officeDocument/2006/relationships/slideLayout" Target="/ppt/slideLayouts/slideLayout3.xml" Id="Rb9c8cfafbf944631" /><Relationship Type="http://schemas.openxmlformats.org/officeDocument/2006/relationships/slideLayout" Target="/ppt/slideLayouts/slideLayout4.xml" Id="Rf4a8a7a43cfd4a83" /><Relationship Type="http://schemas.openxmlformats.org/officeDocument/2006/relationships/slideLayout" Target="/ppt/slideLayouts/slideLayout5.xml" Id="R13bd118103c94ef5" /><Relationship Type="http://schemas.openxmlformats.org/officeDocument/2006/relationships/slideLayout" Target="/ppt/slideLayouts/slideLayout6.xml" Id="Rb8f349d4def642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4c09a0b58f4004"/>
    <p:sldLayoutId xmlns:r="http://schemas.openxmlformats.org/officeDocument/2006/relationships" id="2147483650" r:id="Rf5493b97ca1442d0"/>
    <p:sldLayoutId xmlns:r="http://schemas.openxmlformats.org/officeDocument/2006/relationships" id="2147483651" r:id="Rb9c8cfafbf944631"/>
    <p:sldLayoutId xmlns:r="http://schemas.openxmlformats.org/officeDocument/2006/relationships" id="2147483652" r:id="Rf4a8a7a43cfd4a83"/>
    <p:sldLayoutId xmlns:r="http://schemas.openxmlformats.org/officeDocument/2006/relationships" id="2147483653" r:id="R13bd118103c94ef5"/>
    <p:sldLayoutId xmlns:r="http://schemas.openxmlformats.org/officeDocument/2006/relationships" id="2147483654" r:id="Rb8f349d4def642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441ed90bd4a03" /><Relationship Type="http://schemas.openxmlformats.org/officeDocument/2006/relationships/image" Target="/ppt/media/image.png" Id="R1d1a076252c5450e" /><Relationship Type="http://schemas.openxmlformats.org/officeDocument/2006/relationships/notesSlide" Target="/ppt/notesSlides/notesSlide1.xml" Id="R907ed688704f49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b59eb9f9504127" /><Relationship Type="http://schemas.openxmlformats.org/officeDocument/2006/relationships/image" Target="/ppt/media/image2.png" Id="Rf3c3973626264538" /><Relationship Type="http://schemas.openxmlformats.org/officeDocument/2006/relationships/notesSlide" Target="/ppt/notesSlides/notesSlide2.xml" Id="Re4288ed799d64d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8d008e7f6c4425" /><Relationship Type="http://schemas.openxmlformats.org/officeDocument/2006/relationships/image" Target="/ppt/media/image3.png" Id="Rf221553996ba4995" /><Relationship Type="http://schemas.openxmlformats.org/officeDocument/2006/relationships/notesSlide" Target="/ppt/notesSlides/notesSlide3.xml" Id="R4a2b178cb1184d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0dedf772b54e89" /><Relationship Type="http://schemas.openxmlformats.org/officeDocument/2006/relationships/image" Target="/ppt/media/image4.png" Id="Rb3bf45f6b1344334" /><Relationship Type="http://schemas.openxmlformats.org/officeDocument/2006/relationships/notesSlide" Target="/ppt/notesSlides/notesSlide4.xml" Id="Rd3d07c057ecd4c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4fa744ee7c44f3" /><Relationship Type="http://schemas.openxmlformats.org/officeDocument/2006/relationships/image" Target="/ppt/media/image5.png" Id="R7d7e86d899d14648" /><Relationship Type="http://schemas.openxmlformats.org/officeDocument/2006/relationships/notesSlide" Target="/ppt/notesSlides/notesSlide5.xml" Id="R264ea393a9b042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e20003d7c3419b" /><Relationship Type="http://schemas.openxmlformats.org/officeDocument/2006/relationships/image" Target="/ppt/media/image6.png" Id="R190a80d15fce453f" /><Relationship Type="http://schemas.openxmlformats.org/officeDocument/2006/relationships/notesSlide" Target="/ppt/notesSlides/notesSlide6.xml" Id="R49e5c8d191a44a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4a2b4c274a4d50" /><Relationship Type="http://schemas.openxmlformats.org/officeDocument/2006/relationships/image" Target="/ppt/media/image7.png" Id="R70700c7b972d4b72" /><Relationship Type="http://schemas.openxmlformats.org/officeDocument/2006/relationships/notesSlide" Target="/ppt/notesSlides/notesSlide7.xml" Id="R7621a926ef4a43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d96fd5a8014594" /><Relationship Type="http://schemas.openxmlformats.org/officeDocument/2006/relationships/image" Target="/ppt/media/image8.png" Id="R907fe15389bb4c5d" /><Relationship Type="http://schemas.openxmlformats.org/officeDocument/2006/relationships/notesSlide" Target="/ppt/notesSlides/notesSlide8.xml" Id="Radcf8802b32a4d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576a796c814004" /><Relationship Type="http://schemas.openxmlformats.org/officeDocument/2006/relationships/image" Target="/ppt/media/image9.png" Id="R36287ac1823146a0" /><Relationship Type="http://schemas.openxmlformats.org/officeDocument/2006/relationships/notesSlide" Target="/ppt/notesSlides/notesSlide9.xml" Id="Rcb0c47dcf85b41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64289aa9124e52" /><Relationship Type="http://schemas.openxmlformats.org/officeDocument/2006/relationships/image" Target="/ppt/media/image10.png" Id="R8cdef190ecdf46bd" /><Relationship Type="http://schemas.openxmlformats.org/officeDocument/2006/relationships/notesSlide" Target="/ppt/notesSlides/notesSlide10.xml" Id="Rc9552f9bbe3943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da6274c1544f22" /><Relationship Type="http://schemas.openxmlformats.org/officeDocument/2006/relationships/image" Target="/ppt/media/image11.png" Id="R9bdd21a5c4044ce2" /><Relationship Type="http://schemas.openxmlformats.org/officeDocument/2006/relationships/notesSlide" Target="/ppt/notesSlides/notesSlide11.xml" Id="Rb7b2ecf782b843b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D233E-78A5-4357-91FB-921E8932AD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a076252c5450e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902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AE9DD-0939-4B09-B666-0A6878FACB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c3973626264538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3619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4C703-235C-41FF-B3F2-B27235DA2E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1553996ba4995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3371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8EC5E-AB7E-4834-BC0E-67F61543A7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f45f6b1344334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1071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08F23-6966-48A7-8953-56AB516118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e86d899d14648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34724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4285A-0115-4995-A0A6-AE7016A2CD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0a80d15fce453f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924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B73678-4038-40E0-9727-4E6F07456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00c7b972d4b72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5442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F5E65-1CCF-41FE-9A17-A709126F33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fe15389bb4c5d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2467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D3249-6DA8-45B5-9AA8-FB829A71F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287ac1823146a0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2055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DEE6E-3201-4079-9567-DEC87C9964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ef190ecdf46bd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09200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FF1C0-11A4-4EB3-BC9E-B9C6B029CE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d21a5c4044ce2"/>
          <a:stretch xmlns:a="http://schemas.openxmlformats.org/drawingml/2006/main"/>
        </p:blipFill>
        <p:spPr>
          <a:xfrm xmlns:a="http://schemas.openxmlformats.org/drawingml/2006/main">
            <a:off x="0" y="315"/>
            <a:ext cx="7559993" cy="10691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887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2026-10-22T01:27:51.2190000Z</dcterms:created>
  <dcterms:modified xsi:type="dcterms:W3CDTF">2026-10-22T01:27:51.2190000Z</dcterms:modified>
</coreProperties>
</file>