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ca597cfa434cf1" /><Relationship Type="http://schemas.openxmlformats.org/officeDocument/2006/relationships/extended-properties" Target="/docProps/app.xml" Id="Rb25eb450e99e4db9" /><Relationship Type="http://schemas.openxmlformats.org/officeDocument/2006/relationships/officeDocument" Target="/ppt/presentation.xml" Id="Rcd417a8069fe47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f9e8ab32b04b2c"/>
  </p:sldMasterIdLst>
  <p:notesMasterIdLst>
    <p:notesMasterId xmlns:r="http://schemas.openxmlformats.org/officeDocument/2006/relationships" r:id="Rb24e55e960a94bd1"/>
  </p:notesMasterIdLst>
  <p:sldIdLst>
    <p:sldId xmlns:r="http://schemas.openxmlformats.org/officeDocument/2006/relationships" id="256" r:id="R69b3ffb08e4c4c4d"/>
    <p:sldId xmlns:r="http://schemas.openxmlformats.org/officeDocument/2006/relationships" id="257" r:id="Ra12604a3785441c2"/>
    <p:sldId xmlns:r="http://schemas.openxmlformats.org/officeDocument/2006/relationships" id="258" r:id="R4fa4e151711240ce"/>
    <p:sldId xmlns:r="http://schemas.openxmlformats.org/officeDocument/2006/relationships" id="259" r:id="Rdf0d452deafb4c5b"/>
    <p:sldId xmlns:r="http://schemas.openxmlformats.org/officeDocument/2006/relationships" id="260" r:id="R083c717b00ae4b36"/>
    <p:sldId xmlns:r="http://schemas.openxmlformats.org/officeDocument/2006/relationships" id="261" r:id="R3e0af2c058fa4c73"/>
    <p:sldId xmlns:r="http://schemas.openxmlformats.org/officeDocument/2006/relationships" id="262" r:id="Ra9c503e7640d4bc0"/>
    <p:sldId xmlns:r="http://schemas.openxmlformats.org/officeDocument/2006/relationships" id="263" r:id="R5ff64c2d0bac4e93"/>
    <p:sldId xmlns:r="http://schemas.openxmlformats.org/officeDocument/2006/relationships" id="264" r:id="R202112eeded64317"/>
    <p:sldId xmlns:r="http://schemas.openxmlformats.org/officeDocument/2006/relationships" id="265" r:id="Rc8d68c3f3dc44116"/>
    <p:sldId xmlns:r="http://schemas.openxmlformats.org/officeDocument/2006/relationships" id="266" r:id="R67ed6952b2c84615"/>
  </p:sldIdLst>
  <p:sldSz cx="7559993" cy="10691813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30752f10894795" /><Relationship Type="http://schemas.openxmlformats.org/officeDocument/2006/relationships/slideMaster" Target="/ppt/slideMasters/slideMaster1.xml" Id="R44f9e8ab32b04b2c" /><Relationship Type="http://schemas.openxmlformats.org/officeDocument/2006/relationships/notesMaster" Target="/ppt/notesMasters/notesMaster1.xml" Id="Rb24e55e960a94bd1" /><Relationship Type="http://schemas.openxmlformats.org/officeDocument/2006/relationships/presProps" Target="/ppt/presProps.xml" Id="R699cc05a8ee546d2" /><Relationship Type="http://schemas.openxmlformats.org/officeDocument/2006/relationships/tableStyles" Target="/ppt/tableStyles.xml" Id="Rb419e6d7df964dfb" /><Relationship Type="http://schemas.openxmlformats.org/officeDocument/2006/relationships/slide" Target="/ppt/slides/slide1.xml" Id="R69b3ffb08e4c4c4d" /><Relationship Type="http://schemas.openxmlformats.org/officeDocument/2006/relationships/slide" Target="/ppt/slides/slide2.xml" Id="Ra12604a3785441c2" /><Relationship Type="http://schemas.openxmlformats.org/officeDocument/2006/relationships/slide" Target="/ppt/slides/slide3.xml" Id="R4fa4e151711240ce" /><Relationship Type="http://schemas.openxmlformats.org/officeDocument/2006/relationships/slide" Target="/ppt/slides/slide4.xml" Id="Rdf0d452deafb4c5b" /><Relationship Type="http://schemas.openxmlformats.org/officeDocument/2006/relationships/slide" Target="/ppt/slides/slide5.xml" Id="R083c717b00ae4b36" /><Relationship Type="http://schemas.openxmlformats.org/officeDocument/2006/relationships/slide" Target="/ppt/slides/slide6.xml" Id="R3e0af2c058fa4c73" /><Relationship Type="http://schemas.openxmlformats.org/officeDocument/2006/relationships/slide" Target="/ppt/slides/slide7.xml" Id="Ra9c503e7640d4bc0" /><Relationship Type="http://schemas.openxmlformats.org/officeDocument/2006/relationships/slide" Target="/ppt/slides/slide8.xml" Id="R5ff64c2d0bac4e93" /><Relationship Type="http://schemas.openxmlformats.org/officeDocument/2006/relationships/slide" Target="/ppt/slides/slide9.xml" Id="R202112eeded64317" /><Relationship Type="http://schemas.openxmlformats.org/officeDocument/2006/relationships/slide" Target="/ppt/slides/slide10.xml" Id="Rc8d68c3f3dc44116" /><Relationship Type="http://schemas.openxmlformats.org/officeDocument/2006/relationships/slide" Target="/ppt/slides/slide11.xml" Id="R67ed6952b2c846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24a581709b4c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c81dd261f6435a" /><Relationship Type="http://schemas.openxmlformats.org/officeDocument/2006/relationships/notesMaster" Target="/ppt/notesMasters/notesMaster1.xml" Id="R2da22cdef2134f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8f1d9d2a074aaa" /><Relationship Type="http://schemas.openxmlformats.org/officeDocument/2006/relationships/notesMaster" Target="/ppt/notesMasters/notesMaster1.xml" Id="Rb33d4617ee454e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daf3db2de24361" /><Relationship Type="http://schemas.openxmlformats.org/officeDocument/2006/relationships/notesMaster" Target="/ppt/notesMasters/notesMaster1.xml" Id="Rd7506fea91714a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a7011fb80e4445" /><Relationship Type="http://schemas.openxmlformats.org/officeDocument/2006/relationships/notesMaster" Target="/ppt/notesMasters/notesMaster1.xml" Id="R5f15b8eec62747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7ddf57a3f546ab" /><Relationship Type="http://schemas.openxmlformats.org/officeDocument/2006/relationships/notesMaster" Target="/ppt/notesMasters/notesMaster1.xml" Id="Rad0e086c907d43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418fcf3c234d7b" /><Relationship Type="http://schemas.openxmlformats.org/officeDocument/2006/relationships/notesMaster" Target="/ppt/notesMasters/notesMaster1.xml" Id="Re2fba69f00bf43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4cd44e27d94229" /><Relationship Type="http://schemas.openxmlformats.org/officeDocument/2006/relationships/notesMaster" Target="/ppt/notesMasters/notesMaster1.xml" Id="R98cc5101267e4f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da8213b1464334" /><Relationship Type="http://schemas.openxmlformats.org/officeDocument/2006/relationships/notesMaster" Target="/ppt/notesMasters/notesMaster1.xml" Id="Ra636b798014a42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8740c17efd49b0" /><Relationship Type="http://schemas.openxmlformats.org/officeDocument/2006/relationships/notesMaster" Target="/ppt/notesMasters/notesMaster1.xml" Id="Rae481bd3c8bd47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d3816a33464c49" /><Relationship Type="http://schemas.openxmlformats.org/officeDocument/2006/relationships/notesMaster" Target="/ppt/notesMasters/notesMaster1.xml" Id="Re6f74de4d9a643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68d6c558a2447c" /><Relationship Type="http://schemas.openxmlformats.org/officeDocument/2006/relationships/notesMaster" Target="/ppt/notesMasters/notesMaster1.xml" Id="Rf827362c92e542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SKALA 광주 2반 G045 김용찬. 반도체 검사 모델 실험·관리 Agent 상세 보고서 1/11쪽. 원문·하이퍼링크: https://github.com/dragonchan95/Semiconductor-AI-Agent/blob/main/docs/REPORT.md</a:t>
            </a:r>
          </a:p>
          <a:p xmlns:a="http://schemas.openxmlformats.org/drawingml/2006/main">
            <a:r>
              <a:t>5분 발표는 별도 발표 PPTX 1~16장 설명,17장은 기술 대응표 소개와 마무리. 이 보고서는 PDF 페이지의 레이아웃을 보존한 이미지 사본입니다. 수정할 원문은 REPORT.md입니다.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SKALA 광주 2반 G045 김용찬. 반도체 검사 모델 실험·관리 Agent 상세 보고서 2/11쪽. 원문·하이퍼링크: https://github.com/dragonchan95/Semiconductor-AI-Agent/blob/main/docs/REPORT.md</a:t>
            </a:r>
          </a:p>
          <a:p xmlns:a="http://schemas.openxmlformats.org/drawingml/2006/main">
            <a:r>
              <a:t>5분 발표는 별도 발표 PPTX 1~16장 설명,17장은 기술 대응표 소개와 마무리. 이 보고서는 PDF 페이지의 레이아웃을 보존한 이미지 사본입니다. 수정할 원문은 REPORT.md입니다.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SKALA 광주 2반 G045 김용찬. 반도체 검사 모델 실험·관리 Agent 상세 보고서 3/11쪽. 원문·하이퍼링크: https://github.com/dragonchan95/Semiconductor-AI-Agent/blob/main/docs/REPORT.md</a:t>
            </a:r>
          </a:p>
          <a:p xmlns:a="http://schemas.openxmlformats.org/drawingml/2006/main">
            <a:r>
              <a:t>5분 발표는 별도 발표 PPTX 1~16장 설명,17장은 기술 대응표 소개와 마무리. 이 보고서는 PDF 페이지의 레이아웃을 보존한 이미지 사본입니다. 수정할 원문은 REPORT.md입니다.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SKALA 광주 2반 G045 김용찬. 반도체 검사 모델 실험·관리 Agent 상세 보고서 4/11쪽. 원문·하이퍼링크: https://github.com/dragonchan95/Semiconductor-AI-Agent/blob/main/docs/REPORT.md</a:t>
            </a:r>
          </a:p>
          <a:p xmlns:a="http://schemas.openxmlformats.org/drawingml/2006/main">
            <a:r>
              <a:t>5분 발표는 별도 발표 PPTX 1~16장 설명,17장은 기술 대응표 소개와 마무리. 이 보고서는 PDF 페이지의 레이아웃을 보존한 이미지 사본입니다. 수정할 원문은 REPORT.md입니다.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SKALA 광주 2반 G045 김용찬. 반도체 검사 모델 실험·관리 Agent 상세 보고서 5/11쪽. 원문·하이퍼링크: https://github.com/dragonchan95/Semiconductor-AI-Agent/blob/main/docs/REPORT.md</a:t>
            </a:r>
          </a:p>
          <a:p xmlns:a="http://schemas.openxmlformats.org/drawingml/2006/main">
            <a:r>
              <a:t>5분 발표는 별도 발표 PPTX 1~16장 설명,17장은 기술 대응표 소개와 마무리. 이 보고서는 PDF 페이지의 레이아웃을 보존한 이미지 사본입니다. 수정할 원문은 REPORT.md입니다.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SKALA 광주 2반 G045 김용찬. 반도체 검사 모델 실험·관리 Agent 상세 보고서 6/11쪽. 원문·하이퍼링크: https://github.com/dragonchan95/Semiconductor-AI-Agent/blob/main/docs/REPORT.md</a:t>
            </a:r>
          </a:p>
          <a:p xmlns:a="http://schemas.openxmlformats.org/drawingml/2006/main">
            <a:r>
              <a:t>5분 발표는 별도 발표 PPTX 1~16장 설명,17장은 기술 대응표 소개와 마무리. 이 보고서는 PDF 페이지의 레이아웃을 보존한 이미지 사본입니다. 수정할 원문은 REPORT.md입니다.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SKALA 광주 2반 G045 김용찬. 반도체 검사 모델 실험·관리 Agent 상세 보고서 7/11쪽. 원문·하이퍼링크: https://github.com/dragonchan95/Semiconductor-AI-Agent/blob/main/docs/REPORT.md</a:t>
            </a:r>
          </a:p>
          <a:p xmlns:a="http://schemas.openxmlformats.org/drawingml/2006/main">
            <a:r>
              <a:t>5분 발표는 별도 발표 PPTX 1~16장 설명,17장은 기술 대응표 소개와 마무리. 이 보고서는 PDF 페이지의 레이아웃을 보존한 이미지 사본입니다. 수정할 원문은 REPORT.md입니다.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SKALA 광주 2반 G045 김용찬. 반도체 검사 모델 실험·관리 Agent 상세 보고서 8/11쪽. 원문·하이퍼링크: https://github.com/dragonchan95/Semiconductor-AI-Agent/blob/main/docs/REPORT.md</a:t>
            </a:r>
          </a:p>
          <a:p xmlns:a="http://schemas.openxmlformats.org/drawingml/2006/main">
            <a:r>
              <a:t>5분 발표는 별도 발표 PPTX 1~16장 설명,17장은 기술 대응표 소개와 마무리. 이 보고서는 PDF 페이지의 레이아웃을 보존한 이미지 사본입니다. 수정할 원문은 REPORT.md입니다.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SKALA 광주 2반 G045 김용찬. 반도체 검사 모델 실험·관리 Agent 상세 보고서 9/11쪽. 원문·하이퍼링크: https://github.com/dragonchan95/Semiconductor-AI-Agent/blob/main/docs/REPORT.md</a:t>
            </a:r>
          </a:p>
          <a:p xmlns:a="http://schemas.openxmlformats.org/drawingml/2006/main">
            <a:r>
              <a:t>5분 발표는 별도 발표 PPTX 1~16장 설명,17장은 기술 대응표 소개와 마무리. 이 보고서는 PDF 페이지의 레이아웃을 보존한 이미지 사본입니다. 수정할 원문은 REPORT.md입니다.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SKALA 광주 2반 G045 김용찬. 반도체 검사 모델 실험·관리 Agent 상세 보고서 10/11쪽. 원문·하이퍼링크: https://github.com/dragonchan95/Semiconductor-AI-Agent/blob/main/docs/REPORT.md</a:t>
            </a:r>
          </a:p>
          <a:p xmlns:a="http://schemas.openxmlformats.org/drawingml/2006/main">
            <a:r>
              <a:t>5분 발표는 별도 발표 PPTX 1~16장 설명,17장은 기술 대응표 소개와 마무리. 이 보고서는 PDF 페이지의 레이아웃을 보존한 이미지 사본입니다. 수정할 원문은 REPORT.md입니다.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SKALA 광주 2반 G045 김용찬. 반도체 검사 모델 실험·관리 Agent 상세 보고서 11/11쪽. 원문·하이퍼링크: https://github.com/dragonchan95/Semiconductor-AI-Agent/blob/main/docs/REPORT.md</a:t>
            </a:r>
          </a:p>
          <a:p xmlns:a="http://schemas.openxmlformats.org/drawingml/2006/main">
            <a:r>
              <a:t>5분 발표는 별도 발표 PPTX 1~16장 설명,17장은 기술 대응표 소개와 마무리. 이 보고서는 PDF 페이지의 레이아웃을 보존한 이미지 사본입니다. 수정할 원문은 REPORT.md입니다.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0e93bd63c42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64a2d5f6740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31c03297e944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9459662b549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e557389014a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caf653c99148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00F0DB-6BE7-4341-84B2-5E1CE607FD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5999" y="4039129"/>
            <a:ext cx="6047994" cy="1544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2F23FF-F469-4231-8A3F-9ABFEC0175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33999" y="5880497"/>
            <a:ext cx="5291995" cy="1187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14D96D-AC7B-4126-8749-18A0BA9571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5999" y="4454922"/>
            <a:ext cx="6047994" cy="178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53F83B-FF57-4A12-8205-A40D8BFCBC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5250" y="831585"/>
            <a:ext cx="6709494" cy="1306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F261B7-DD9E-40F1-90E4-ADB9C3AC05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5250" y="2969948"/>
            <a:ext cx="6709494" cy="665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748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E2D0A4-0274-446C-8F7C-7A5A2CEB41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5250" y="831585"/>
            <a:ext cx="6709494" cy="1306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56FDC4-B50F-4F31-A7CB-03743DDB07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5250" y="2969948"/>
            <a:ext cx="3118497" cy="665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748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84D452-4DD6-4247-850D-87040BD96D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016246" y="2969948"/>
            <a:ext cx="3118497" cy="665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748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B9765B-A56C-4E84-845F-4B30167FE1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5250" y="831585"/>
            <a:ext cx="6709494" cy="1306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A7C1A3-AEF7-4321-B673-90B88956B1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5250" y="2969948"/>
            <a:ext cx="3118497" cy="665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749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748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77fff94e02491d" /><Relationship Type="http://schemas.openxmlformats.org/officeDocument/2006/relationships/slideLayout" Target="/ppt/slideLayouts/slideLayout1.xml" Id="Rc8704e75ad0f4e0e" /><Relationship Type="http://schemas.openxmlformats.org/officeDocument/2006/relationships/slideLayout" Target="/ppt/slideLayouts/slideLayout2.xml" Id="R80cbd8ac21cd46fb" /><Relationship Type="http://schemas.openxmlformats.org/officeDocument/2006/relationships/slideLayout" Target="/ppt/slideLayouts/slideLayout3.xml" Id="R7247d3b7a5984326" /><Relationship Type="http://schemas.openxmlformats.org/officeDocument/2006/relationships/slideLayout" Target="/ppt/slideLayouts/slideLayout4.xml" Id="Rcf0cdcacdec04696" /><Relationship Type="http://schemas.openxmlformats.org/officeDocument/2006/relationships/slideLayout" Target="/ppt/slideLayouts/slideLayout5.xml" Id="Rce9b85f88dab46ad" /><Relationship Type="http://schemas.openxmlformats.org/officeDocument/2006/relationships/slideLayout" Target="/ppt/slideLayouts/slideLayout6.xml" Id="Ra155832ae14840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704e75ad0f4e0e"/>
    <p:sldLayoutId xmlns:r="http://schemas.openxmlformats.org/officeDocument/2006/relationships" id="2147483650" r:id="R80cbd8ac21cd46fb"/>
    <p:sldLayoutId xmlns:r="http://schemas.openxmlformats.org/officeDocument/2006/relationships" id="2147483651" r:id="R7247d3b7a5984326"/>
    <p:sldLayoutId xmlns:r="http://schemas.openxmlformats.org/officeDocument/2006/relationships" id="2147483652" r:id="Rcf0cdcacdec04696"/>
    <p:sldLayoutId xmlns:r="http://schemas.openxmlformats.org/officeDocument/2006/relationships" id="2147483653" r:id="Rce9b85f88dab46ad"/>
    <p:sldLayoutId xmlns:r="http://schemas.openxmlformats.org/officeDocument/2006/relationships" id="2147483654" r:id="Ra155832ae14840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e1141e74e042e3" /><Relationship Type="http://schemas.openxmlformats.org/officeDocument/2006/relationships/image" Target="/ppt/media/image.png" Id="Rff7a25908a2942c0" /><Relationship Type="http://schemas.openxmlformats.org/officeDocument/2006/relationships/notesSlide" Target="/ppt/notesSlides/notesSlide1.xml" Id="Rb17b6fe6aecc47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4f79d1b72e423e" /><Relationship Type="http://schemas.openxmlformats.org/officeDocument/2006/relationships/image" Target="/ppt/media/image2.png" Id="R78e0d08cfa0f48cc" /><Relationship Type="http://schemas.openxmlformats.org/officeDocument/2006/relationships/notesSlide" Target="/ppt/notesSlides/notesSlide2.xml" Id="R6aea329663524f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71ba848c047a6" /><Relationship Type="http://schemas.openxmlformats.org/officeDocument/2006/relationships/image" Target="/ppt/media/image3.png" Id="Reb3506c23c05409d" /><Relationship Type="http://schemas.openxmlformats.org/officeDocument/2006/relationships/notesSlide" Target="/ppt/notesSlides/notesSlide3.xml" Id="R7761a458e88146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3d2e532294617" /><Relationship Type="http://schemas.openxmlformats.org/officeDocument/2006/relationships/image" Target="/ppt/media/image4.png" Id="R495ad0d79c7b4979" /><Relationship Type="http://schemas.openxmlformats.org/officeDocument/2006/relationships/notesSlide" Target="/ppt/notesSlides/notesSlide4.xml" Id="R49566cf6415f4b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efb28c79644ed4" /><Relationship Type="http://schemas.openxmlformats.org/officeDocument/2006/relationships/image" Target="/ppt/media/image5.png" Id="R3feb2a3498b64821" /><Relationship Type="http://schemas.openxmlformats.org/officeDocument/2006/relationships/notesSlide" Target="/ppt/notesSlides/notesSlide5.xml" Id="R1530e618d2d14b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d25d9f06f74f3e" /><Relationship Type="http://schemas.openxmlformats.org/officeDocument/2006/relationships/image" Target="/ppt/media/image6.png" Id="Rada45bad0a6e47cd" /><Relationship Type="http://schemas.openxmlformats.org/officeDocument/2006/relationships/notesSlide" Target="/ppt/notesSlides/notesSlide6.xml" Id="R1cc2c7107bc440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4191e192d44a1" /><Relationship Type="http://schemas.openxmlformats.org/officeDocument/2006/relationships/image" Target="/ppt/media/image7.png" Id="R4026520dd0c642e1" /><Relationship Type="http://schemas.openxmlformats.org/officeDocument/2006/relationships/notesSlide" Target="/ppt/notesSlides/notesSlide7.xml" Id="Rf78e301bd8ab41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c0f7b9908348e4" /><Relationship Type="http://schemas.openxmlformats.org/officeDocument/2006/relationships/image" Target="/ppt/media/image8.png" Id="R4e869d7ddcb84fee" /><Relationship Type="http://schemas.openxmlformats.org/officeDocument/2006/relationships/notesSlide" Target="/ppt/notesSlides/notesSlide8.xml" Id="R5037e3fca58d45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8bc7059ae54c97" /><Relationship Type="http://schemas.openxmlformats.org/officeDocument/2006/relationships/image" Target="/ppt/media/image9.png" Id="R800fe403dc4642c2" /><Relationship Type="http://schemas.openxmlformats.org/officeDocument/2006/relationships/notesSlide" Target="/ppt/notesSlides/notesSlide9.xml" Id="R0c266fe852394c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3c1671776c42f3" /><Relationship Type="http://schemas.openxmlformats.org/officeDocument/2006/relationships/image" Target="/ppt/media/image10.png" Id="Rf82ef0b9fc9a4e4c" /><Relationship Type="http://schemas.openxmlformats.org/officeDocument/2006/relationships/notesSlide" Target="/ppt/notesSlides/notesSlide10.xml" Id="Rc8e2edb72ef848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7f394a71d41ce" /><Relationship Type="http://schemas.openxmlformats.org/officeDocument/2006/relationships/image" Target="/ppt/media/image11.png" Id="Re4c724593b1840bb" /><Relationship Type="http://schemas.openxmlformats.org/officeDocument/2006/relationships/notesSlide" Target="/ppt/notesSlides/notesSlide11.xml" Id="R0f1857a7ca2b4f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10EBA-FDA4-4EFE-AB4C-C2FC5D1D7F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a25908a2942c0"/>
          <a:stretch xmlns:a="http://schemas.openxmlformats.org/drawingml/2006/main"/>
        </p:blipFill>
        <p:spPr>
          <a:xfrm xmlns:a="http://schemas.openxmlformats.org/drawingml/2006/main">
            <a:off x="0" y="315"/>
            <a:ext cx="7559993" cy="106911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3308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3D982-898F-4A76-9FF9-E5F18387D9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0d08cfa0f48cc"/>
          <a:stretch xmlns:a="http://schemas.openxmlformats.org/drawingml/2006/main"/>
        </p:blipFill>
        <p:spPr>
          <a:xfrm xmlns:a="http://schemas.openxmlformats.org/drawingml/2006/main">
            <a:off x="0" y="315"/>
            <a:ext cx="7559993" cy="106911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8409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ABD60-4F1F-45C5-9554-EBEF34A5B6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506c23c05409d"/>
          <a:stretch xmlns:a="http://schemas.openxmlformats.org/drawingml/2006/main"/>
        </p:blipFill>
        <p:spPr>
          <a:xfrm xmlns:a="http://schemas.openxmlformats.org/drawingml/2006/main">
            <a:off x="0" y="315"/>
            <a:ext cx="7559993" cy="106911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617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E3884-DEF3-4F39-BEC5-763FFA77C8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ad0d79c7b4979"/>
          <a:stretch xmlns:a="http://schemas.openxmlformats.org/drawingml/2006/main"/>
        </p:blipFill>
        <p:spPr>
          <a:xfrm xmlns:a="http://schemas.openxmlformats.org/drawingml/2006/main">
            <a:off x="0" y="315"/>
            <a:ext cx="7559993" cy="106911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5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A562D-D0B2-4E9C-9982-E27C97EC41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b2a3498b64821"/>
          <a:stretch xmlns:a="http://schemas.openxmlformats.org/drawingml/2006/main"/>
        </p:blipFill>
        <p:spPr>
          <a:xfrm xmlns:a="http://schemas.openxmlformats.org/drawingml/2006/main">
            <a:off x="0" y="315"/>
            <a:ext cx="7559993" cy="106911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759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F36DA-DBB5-43B2-9877-608A93BFB3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45bad0a6e47cd"/>
          <a:stretch xmlns:a="http://schemas.openxmlformats.org/drawingml/2006/main"/>
        </p:blipFill>
        <p:spPr>
          <a:xfrm xmlns:a="http://schemas.openxmlformats.org/drawingml/2006/main">
            <a:off x="0" y="315"/>
            <a:ext cx="7559993" cy="106911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379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7C111-E896-43B6-8702-53854D22C7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6520dd0c642e1"/>
          <a:stretch xmlns:a="http://schemas.openxmlformats.org/drawingml/2006/main"/>
        </p:blipFill>
        <p:spPr>
          <a:xfrm xmlns:a="http://schemas.openxmlformats.org/drawingml/2006/main">
            <a:off x="0" y="315"/>
            <a:ext cx="7559993" cy="106911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009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5ADD5-A178-4003-82FF-4B8A26E994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69d7ddcb84fee"/>
          <a:stretch xmlns:a="http://schemas.openxmlformats.org/drawingml/2006/main"/>
        </p:blipFill>
        <p:spPr>
          <a:xfrm xmlns:a="http://schemas.openxmlformats.org/drawingml/2006/main">
            <a:off x="0" y="315"/>
            <a:ext cx="7559993" cy="106911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039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8F2ED-7556-4717-AE29-684792AF3E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fe403dc4642c2"/>
          <a:stretch xmlns:a="http://schemas.openxmlformats.org/drawingml/2006/main"/>
        </p:blipFill>
        <p:spPr>
          <a:xfrm xmlns:a="http://schemas.openxmlformats.org/drawingml/2006/main">
            <a:off x="0" y="315"/>
            <a:ext cx="7559993" cy="106911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354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C7F92-CB1A-440D-8356-7B79ADEF01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ef0b9fc9a4e4c"/>
          <a:stretch xmlns:a="http://schemas.openxmlformats.org/drawingml/2006/main"/>
        </p:blipFill>
        <p:spPr>
          <a:xfrm xmlns:a="http://schemas.openxmlformats.org/drawingml/2006/main">
            <a:off x="0" y="315"/>
            <a:ext cx="7559993" cy="106911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956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CC9DB-A7A5-48F7-81AF-BD8222E7D6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724593b1840bb"/>
          <a:stretch xmlns:a="http://schemas.openxmlformats.org/drawingml/2006/main"/>
        </p:blipFill>
        <p:spPr>
          <a:xfrm xmlns:a="http://schemas.openxmlformats.org/drawingml/2006/main">
            <a:off x="0" y="315"/>
            <a:ext cx="7559993" cy="106911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4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2026-10-22T03:45:01.5780000Z</dcterms:created>
  <dcterms:modified xsi:type="dcterms:W3CDTF">2026-10-22T03:45:01.5780000Z</dcterms:modified>
</coreProperties>
</file>