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12e9bd7dc9460e" /><Relationship Type="http://schemas.openxmlformats.org/officeDocument/2006/relationships/extended-properties" Target="/docProps/app.xml" Id="Rdffd0bad7eba4fde" /><Relationship Type="http://schemas.openxmlformats.org/officeDocument/2006/relationships/officeDocument" Target="/ppt/presentation.xml" Id="R974aa7544b87448b" /></Relationships>
</file>

<file path=ppt/presentation.xml><?xml version="1.0" encoding="utf-8"?>
<p:presentation xmlns:p="http://schemas.openxmlformats.org/presentationml/2006/main">
  <p:sldMasterIdLst>
    <p:sldMasterId xmlns:r="http://schemas.openxmlformats.org/officeDocument/2006/relationships" id="2147483648" r:id="R890bd17a185a4321"/>
  </p:sldMasterIdLst>
  <p:notesMasterIdLst>
    <p:notesMasterId xmlns:r="http://schemas.openxmlformats.org/officeDocument/2006/relationships" r:id="R4edbcfcaf0994d33"/>
  </p:notesMasterIdLst>
  <p:sldIdLst>
    <p:sldId xmlns:r="http://schemas.openxmlformats.org/officeDocument/2006/relationships" id="256" r:id="Ra5bf5e85242a49d1"/>
    <p:sldId xmlns:r="http://schemas.openxmlformats.org/officeDocument/2006/relationships" id="257" r:id="R6735613b9fbb41a4"/>
    <p:sldId xmlns:r="http://schemas.openxmlformats.org/officeDocument/2006/relationships" id="258" r:id="R6b0ccccacea24736"/>
    <p:sldId xmlns:r="http://schemas.openxmlformats.org/officeDocument/2006/relationships" id="259" r:id="R8f17c12aa7054e11"/>
    <p:sldId xmlns:r="http://schemas.openxmlformats.org/officeDocument/2006/relationships" id="260" r:id="R2ada29aaf24a4ded"/>
    <p:sldId xmlns:r="http://schemas.openxmlformats.org/officeDocument/2006/relationships" id="261" r:id="R34928c81e57a4e8d"/>
    <p:sldId xmlns:r="http://schemas.openxmlformats.org/officeDocument/2006/relationships" id="262" r:id="R35a9b7fbbc5b4459"/>
    <p:sldId xmlns:r="http://schemas.openxmlformats.org/officeDocument/2006/relationships" id="263" r:id="Ra8b0db7cef2d4780"/>
    <p:sldId xmlns:r="http://schemas.openxmlformats.org/officeDocument/2006/relationships" id="264" r:id="R102ae3a252934e30"/>
    <p:sldId xmlns:r="http://schemas.openxmlformats.org/officeDocument/2006/relationships" id="265" r:id="R4a32138836d544f5"/>
    <p:sldId xmlns:r="http://schemas.openxmlformats.org/officeDocument/2006/relationships" id="266" r:id="Rcbb729178cb74197"/>
    <p:sldId xmlns:r="http://schemas.openxmlformats.org/officeDocument/2006/relationships" id="267" r:id="R7ff06f40b1984e38"/>
    <p:sldId xmlns:r="http://schemas.openxmlformats.org/officeDocument/2006/relationships" id="268" r:id="Reb6db29d1e084928"/>
    <p:sldId xmlns:r="http://schemas.openxmlformats.org/officeDocument/2006/relationships" id="269" r:id="R86f07d18e691405c"/>
    <p:sldId xmlns:r="http://schemas.openxmlformats.org/officeDocument/2006/relationships" id="270" r:id="Rf04a4a8f2f4a496d"/>
    <p:sldId xmlns:r="http://schemas.openxmlformats.org/officeDocument/2006/relationships" id="271" r:id="Rfac6dee4a3c447f2"/>
    <p:sldId xmlns:r="http://schemas.openxmlformats.org/officeDocument/2006/relationships" id="272" r:id="R5f4ab947b8e04c5b"/>
  </p:sldIdLst>
  <p:sldSz cx="12191999"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07bdd21642c4b01" /><Relationship Type="http://schemas.openxmlformats.org/officeDocument/2006/relationships/slideMaster" Target="/ppt/slideMasters/slideMaster1.xml" Id="R890bd17a185a4321" /><Relationship Type="http://schemas.openxmlformats.org/officeDocument/2006/relationships/notesMaster" Target="/ppt/notesMasters/notesMaster1.xml" Id="R4edbcfcaf0994d33" /><Relationship Type="http://schemas.openxmlformats.org/officeDocument/2006/relationships/presProps" Target="/ppt/presProps.xml" Id="R07ac1799e5ef4afb" /><Relationship Type="http://schemas.openxmlformats.org/officeDocument/2006/relationships/viewProps" Target="/ppt/viewProps.xml" Id="Rf49cbf935e12497e" /><Relationship Type="http://schemas.openxmlformats.org/officeDocument/2006/relationships/tableStyles" Target="/ppt/tableStyles.xml" Id="R9d547644bfb7463a" /><Relationship Type="http://schemas.openxmlformats.org/officeDocument/2006/relationships/slide" Target="/ppt/slides/slide1.xml" Id="Ra5bf5e85242a49d1" /><Relationship Type="http://schemas.openxmlformats.org/officeDocument/2006/relationships/slide" Target="/ppt/slides/slide2.xml" Id="R6735613b9fbb41a4" /><Relationship Type="http://schemas.openxmlformats.org/officeDocument/2006/relationships/slide" Target="/ppt/slides/slide3.xml" Id="R6b0ccccacea24736" /><Relationship Type="http://schemas.openxmlformats.org/officeDocument/2006/relationships/slide" Target="/ppt/slides/slide4.xml" Id="R8f17c12aa7054e11" /><Relationship Type="http://schemas.openxmlformats.org/officeDocument/2006/relationships/slide" Target="/ppt/slides/slide5.xml" Id="R2ada29aaf24a4ded" /><Relationship Type="http://schemas.openxmlformats.org/officeDocument/2006/relationships/slide" Target="/ppt/slides/slide6.xml" Id="R34928c81e57a4e8d" /><Relationship Type="http://schemas.openxmlformats.org/officeDocument/2006/relationships/slide" Target="/ppt/slides/slide7.xml" Id="R35a9b7fbbc5b4459" /><Relationship Type="http://schemas.openxmlformats.org/officeDocument/2006/relationships/slide" Target="/ppt/slides/slide8.xml" Id="Ra8b0db7cef2d4780" /><Relationship Type="http://schemas.openxmlformats.org/officeDocument/2006/relationships/slide" Target="/ppt/slides/slide9.xml" Id="R102ae3a252934e30" /><Relationship Type="http://schemas.openxmlformats.org/officeDocument/2006/relationships/slide" Target="/ppt/slides/slide10.xml" Id="R4a32138836d544f5" /><Relationship Type="http://schemas.openxmlformats.org/officeDocument/2006/relationships/slide" Target="/ppt/slides/slide11.xml" Id="Rcbb729178cb74197" /><Relationship Type="http://schemas.openxmlformats.org/officeDocument/2006/relationships/slide" Target="/ppt/slides/slide12.xml" Id="R7ff06f40b1984e38" /><Relationship Type="http://schemas.openxmlformats.org/officeDocument/2006/relationships/slide" Target="/ppt/slides/slide13.xml" Id="Reb6db29d1e084928" /><Relationship Type="http://schemas.openxmlformats.org/officeDocument/2006/relationships/slide" Target="/ppt/slides/slide14.xml" Id="R86f07d18e691405c" /><Relationship Type="http://schemas.openxmlformats.org/officeDocument/2006/relationships/slide" Target="/ppt/slides/slide15.xml" Id="Rf04a4a8f2f4a496d" /><Relationship Type="http://schemas.openxmlformats.org/officeDocument/2006/relationships/slide" Target="/ppt/slides/slide16.xml" Id="Rfac6dee4a3c447f2" /><Relationship Type="http://schemas.openxmlformats.org/officeDocument/2006/relationships/slide" Target="/ppt/slides/slide17.xml" Id="R5f4ab947b8e04c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3456b1ea214f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29b8714ac8405b" /><Relationship Type="http://schemas.openxmlformats.org/officeDocument/2006/relationships/notesMaster" Target="/ppt/notesMasters/notesMaster1.xml" Id="R9fb57b86d69b45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7a4ad8aab24ae2" /><Relationship Type="http://schemas.openxmlformats.org/officeDocument/2006/relationships/notesMaster" Target="/ppt/notesMasters/notesMaster1.xml" Id="R66d417914dd749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313cb22eb74875" /><Relationship Type="http://schemas.openxmlformats.org/officeDocument/2006/relationships/notesMaster" Target="/ppt/notesMasters/notesMaster1.xml" Id="R4f4cd399aeaf4e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97c65182f142e4" /><Relationship Type="http://schemas.openxmlformats.org/officeDocument/2006/relationships/notesMaster" Target="/ppt/notesMasters/notesMaster1.xml" Id="R82cf2f63215d43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f11bb7da2b4b3e" /><Relationship Type="http://schemas.openxmlformats.org/officeDocument/2006/relationships/notesMaster" Target="/ppt/notesMasters/notesMaster1.xml" Id="R892c7d0380d74a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919f58a4ec4c43" /><Relationship Type="http://schemas.openxmlformats.org/officeDocument/2006/relationships/notesMaster" Target="/ppt/notesMasters/notesMaster1.xml" Id="R54c4effae16a44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30b08378b84a21" /><Relationship Type="http://schemas.openxmlformats.org/officeDocument/2006/relationships/notesMaster" Target="/ppt/notesMasters/notesMaster1.xml" Id="R621761907ab644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f4e2dc9a7d4552" /><Relationship Type="http://schemas.openxmlformats.org/officeDocument/2006/relationships/notesMaster" Target="/ppt/notesMasters/notesMaster1.xml" Id="Rc4f60c1f0b32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d7ce849fb34008" /><Relationship Type="http://schemas.openxmlformats.org/officeDocument/2006/relationships/notesMaster" Target="/ppt/notesMasters/notesMaster1.xml" Id="Rcad8a2edf16c4d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ce326d11ac4127" /><Relationship Type="http://schemas.openxmlformats.org/officeDocument/2006/relationships/notesMaster" Target="/ppt/notesMasters/notesMaster1.xml" Id="R5022a512473e44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6cd4e79a4b45ce" /><Relationship Type="http://schemas.openxmlformats.org/officeDocument/2006/relationships/notesMaster" Target="/ppt/notesMasters/notesMaster1.xml" Id="R17277cc0ac1746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3ef3b1d9f4503" /><Relationship Type="http://schemas.openxmlformats.org/officeDocument/2006/relationships/notesMaster" Target="/ppt/notesMasters/notesMaster1.xml" Id="R17c9cb51d75141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806744e8054566" /><Relationship Type="http://schemas.openxmlformats.org/officeDocument/2006/relationships/notesMaster" Target="/ppt/notesMasters/notesMaster1.xml" Id="Ra1559d2bd79649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1aaaeabd58411c" /><Relationship Type="http://schemas.openxmlformats.org/officeDocument/2006/relationships/notesMaster" Target="/ppt/notesMasters/notesMaster1.xml" Id="Rd6de1fe640204f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ca4ad279f64367" /><Relationship Type="http://schemas.openxmlformats.org/officeDocument/2006/relationships/notesMaster" Target="/ppt/notesMasters/notesMaster1.xml" Id="Rb12ba0c9d7cf45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a97dece79447c3" /><Relationship Type="http://schemas.openxmlformats.org/officeDocument/2006/relationships/notesMaster" Target="/ppt/notesMasters/notesMaster1.xml" Id="R65876a66add348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ef9791da9147d6" /><Relationship Type="http://schemas.openxmlformats.org/officeDocument/2006/relationships/notesMaster" Target="/ppt/notesMasters/notesMaster1.xml" Id="R1d105c728cc34a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SKALA 광주 2반 G045 김용찬입니다. 반도체 검사 모델을 비교하고, 성능 점검과 재학습까지 돕는 Agent를 만들었습니다.</a:t>
            </a:r>
          </a:p>
          <a:p xmlns:a="http://schemas.openxmlformats.org/drawingml/2006/main">
            <a:r>
              <a:t/>
            </a:r>
          </a:p>
          <a:p xmlns:a="http://schemas.openxmlformats.org/drawingml/2006/main">
            <a:r>
              <a:t>출처: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종류에 맞는 모델과 전처리를 제안하고, 승인 후 비교하는 Agent입니다. 현재 센서 열두 종류와 이미지 세 종류를 구현했습니다. 시계열과 장비 로그는 전용 데이터와 학습 연결이 필요한 확장 범위입니다.</a:t>
            </a:r>
          </a:p>
          <a:p xmlns:a="http://schemas.openxmlformats.org/drawingml/2006/main">
            <a:r>
              <a:t/>
            </a:r>
          </a:p>
          <a:p xmlns:a="http://schemas.openxmlformats.org/drawingml/2006/main">
            <a:r>
              <a:t>출처: app/catalog.py</a:t>
            </a:r>
          </a:p>
          <a:p xmlns:a="http://schemas.openxmlformats.org/drawingml/2006/main">
            <a:r>
              <a:t>app/images.py</a:t>
            </a:r>
          </a:p>
          <a:p xmlns:a="http://schemas.openxmlformats.org/drawingml/2006/main">
            <a:r>
              <a:t>docs/CURRICULUM_MODELS.md</a:t>
            </a:r>
          </a:p>
          <a:p xmlns:a="http://schemas.openxmlformats.org/drawingml/2006/main">
            <a:r>
              <a:t>15주차 반도체 ai agent 참고 사진/20261017_144839.jpg</a:t>
            </a:r>
          </a:p>
          <a:p xmlns:a="http://schemas.openxmlformats.org/drawingml/2006/main">
            <a:r>
              <a:t>15주차 반도체 ai agent 참고 사진 2/20261017_135247.jpg</a:t>
            </a:r>
          </a:p>
          <a:p xmlns:a="http://schemas.openxmlformats.org/drawingml/2006/main">
            <a:r>
              <a:t>https://pytorch.org/hub/nvidia_deeplearningexamples_efficientnet/</a:t>
            </a:r>
          </a:p>
          <a:p xmlns:a="http://schemas.openxmlformats.org/drawingml/2006/main">
            <a:r>
              <a:t>https://docs.pytorch.org/docs/stable/generated/torch.nn.modules.rnn.LSTM.html</a:t>
            </a:r>
          </a:p>
          <a:p xmlns:a="http://schemas.openxmlformats.org/drawingml/2006/main">
            <a:r>
              <a:t>https://huggingface.co/docs/transformers/model_doc/bert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불량을 정상으로 놓치면 다음 공정이나 고객에게 넘어갈 위험이 있어 Recall을 우선 봅니다. 하지만 모두 불량이라고 하면 정상 제품까지 전부 잘못 잡습니다. 그래서 정상 오판을 제한한 안에서 Recall을 최대화하고, 같으면 F1을 비교합니다. 구십 퍼센트와 십오 퍼센트는 교육용 목표입니다.</a:t>
            </a:r>
          </a:p>
          <a:p xmlns:a="http://schemas.openxmlformats.org/drawingml/2006/main">
            <a:r>
              <a:t/>
            </a:r>
          </a:p>
          <a:p xmlns:a="http://schemas.openxmlformats.org/drawingml/2006/main">
            <a:r>
              <a:t>발표자 참고: 주 발표의 제품 그룹·앙상블 기준을 설명합니다. 초기 개별 모델·재학습 비교는 두 목표 충족 여부를 먼저 보고 Recall·정상 오판률 순으로 고릅니다(F1은 표시). 제품 그룹은 제품별 목표도 확인한 뒤 전체 Recall·F1을 봅니다. 앙상블은 정상 오판 한도 내 Recall 최대·동률 F1입니다. Recall 목표 후 F1 최대화로 정책을 바꾸지는 않았습니다.</a:t>
            </a:r>
          </a:p>
          <a:p xmlns:a="http://schemas.openxmlformats.org/drawingml/2006/main">
            <a:r>
              <a:t/>
            </a:r>
          </a:p>
          <a:p xmlns:a="http://schemas.openxmlformats.org/drawingml/2006/main">
            <a:r>
              <a:t>출처: app/metrics.py</a:t>
            </a:r>
          </a:p>
          <a:p xmlns:a="http://schemas.openxmlformats.org/drawingml/2006/main">
            <a:r>
              <a:t>app/ensemble.py</a:t>
            </a:r>
          </a:p>
          <a:p xmlns:a="http://schemas.openxmlformats.org/drawingml/2006/main">
            <a:r>
              <a:t>https://developers.google.com/machine-learning/crash-course/classification/accuracy-precision-recall?hl=en</a:t>
            </a:r>
          </a:p>
          <a:p xmlns:a="http://schemas.openxmlformats.org/drawingml/2006/main">
            <a:r>
              <a:t>https://www.kla.com/documents/03_ProcessWatchAutomotive_2018_08.pdf</a:t>
            </a:r>
          </a:p>
          <a:p xmlns:a="http://schemas.openxmlformats.org/drawingml/2006/main">
            <a:r>
              <a:t>사용자 제공 바탕화면 스크린샷 2026-10-21 오전 11.08.43.png 및 11.08.48.png (AI 개요 화면으로, 지표 정의·산업 맥락은 공식 출처와 대조)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본문은 합성 센서 데이터입니다. 퍼센트는 실제 학습해 측정한 값입니다. 실제 공개 SECOM 자료도 별도로 실험했습니다.</a:t>
            </a:r>
          </a:p>
          <a:p xmlns:a="http://schemas.openxmlformats.org/drawingml/2006/main">
            <a:r>
              <a:t/>
            </a:r>
          </a:p>
          <a:p xmlns:a="http://schemas.openxmlformats.org/drawingml/2006/main">
            <a:r>
              <a:t>출처: app/data.py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빈값 처리와 Scaling처럼 학습 전 준비도 설명합니다. 데이터의 육십 퍼센트로 학습하고, 이십 퍼센트로 후보를 고릅니다. 마지막 이십 퍼센트는 최종 시험용으로 남깁니다. 엔지니어가 계획을 승인하면 실행합니다.</a:t>
            </a:r>
          </a:p>
          <a:p xmlns:a="http://schemas.openxmlformats.org/drawingml/2006/main">
            <a:r>
              <a:t/>
            </a:r>
          </a:p>
          <a:p xmlns:a="http://schemas.openxmlformats.org/drawingml/2006/main">
            <a:r>
              <a:t>출처: app/experiments.py</a:t>
            </a:r>
          </a:p>
          <a:p xmlns:a="http://schemas.openxmlformats.org/drawingml/2006/main">
            <a:r>
              <a:t>app/ensemble.py</a:t>
            </a:r>
          </a:p>
          <a:p xmlns:a="http://schemas.openxmlformats.org/drawingml/2006/main">
            <a:r>
              <a:t>docs/evaluation/weighted_ensemble.json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개별 센서 모델의 실제 비교입니다. F1은 AdaBoost가 더 높지만 Recall은 CatBoost가 높습니다. 이번에는 정상 오판 한도 안에서 Recall을 먼저 보는 기준이라 CatBoost를 골랐습니다.</a:t>
            </a:r>
          </a:p>
          <a:p xmlns:a="http://schemas.openxmlformats.org/drawingml/2006/main">
            <a:r>
              <a:t/>
            </a:r>
          </a:p>
          <a:p xmlns:a="http://schemas.openxmlformats.org/drawingml/2006/main">
            <a:r>
              <a:t>질문 대비: Recall90% 이상만 충족하면 그중 F1을 최대화하는 다른 정책이라면 이 표에서 AdaBoost를 고를 수 있습니다. 이번 기준은 Recall을 계속 최대화하므로 다릅니다. F1은 Precision과 Recall의 조화평균이고, 정상 오판률은 실제 정상 중 잘못 잡은 비율입니다. 점수를 더하지 않습니다.</a:t>
            </a:r>
          </a:p>
          <a:p xmlns:a="http://schemas.openxmlformats.org/drawingml/2006/main">
            <a:r>
              <a:t/>
            </a:r>
          </a:p>
          <a:p xmlns:a="http://schemas.openxmlformats.org/drawingml/2006/main">
            <a:r>
              <a:t>출처: docs/evaluation/synthetic_process.json</a:t>
            </a:r>
          </a:p>
          <a:p xmlns:a="http://schemas.openxmlformats.org/drawingml/2006/main">
            <a:r>
              <a:t>docs/evaluation/weighted_ensemble.json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다음은 CatBoost를 고정하고 제품을 합칠지 나눌지 비교한 별도 실험입니다. 후보 선택용 데이터에서는 ABC를 함께, D는 따로 학습한 구성이 좋았습니다. 하지만 마지막 시험의 검출률은 칠십팔 점 일 퍼센트로 목표에 미달해 적용을 보류했습니다.</a:t>
            </a:r>
          </a:p>
          <a:p xmlns:a="http://schemas.openxmlformats.org/drawingml/2006/main">
            <a:r>
              <a:t/>
            </a:r>
          </a:p>
          <a:p xmlns:a="http://schemas.openxmlformats.org/drawingml/2006/main">
            <a:r>
              <a:t>출처: app/grouping.py</a:t>
            </a:r>
          </a:p>
          <a:p xmlns:a="http://schemas.openxmlformats.org/drawingml/2006/main">
            <a:r>
              <a:t>docs/evaluation/product_partitions.json</a:t>
            </a:r>
          </a:p>
          <a:p xmlns:a="http://schemas.openxmlformats.org/drawingml/2006/main">
            <a:r>
              <a:t>docs/evaluation/grouping_browser.json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제품 ABCD를 합쳐 학습한 세 모델의 예측 점수를 섞었습니다. 비율 이백서른두 개를 비교해 후보 선택용 데이터에서 CatBoost 구십, LightGBM 십 퍼센트를 골랐습니다. 앞의 제품 그룹 실험과는 별도 비교입니다.</a:t>
            </a:r>
          </a:p>
          <a:p xmlns:a="http://schemas.openxmlformats.org/drawingml/2006/main">
            <a:r>
              <a:t/>
            </a:r>
          </a:p>
          <a:p xmlns:a="http://schemas.openxmlformats.org/drawingml/2006/main">
            <a:r>
              <a:t>출처: docs/evaluation/weighted_ensemble.json</a:t>
            </a:r>
          </a:p>
          <a:p xmlns:a="http://schemas.openxmlformats.org/drawingml/2006/main">
            <a:r>
              <a:t>docs/evaluation/ensemble_browser.json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시험에서는 단일 모델과 혼합 모델 모두 불량 서른두 개 중 서른 개를 찾았습니다. 정상 오판은 스물한 개에서 열아홉 개로 줄었습니다. 같은 검출률을 유지하면서 정상도 덜 잘못 잡았습니다.</a:t>
            </a:r>
          </a:p>
          <a:p xmlns:a="http://schemas.openxmlformats.org/drawingml/2006/main">
            <a:r>
              <a:t/>
            </a:r>
          </a:p>
          <a:p xmlns:a="http://schemas.openxmlformats.org/drawingml/2006/main">
            <a:r>
              <a:t>출처: docs/evaluation/weighted_ensemble.json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만든 모델이 새 데이터에서도 잘 찾는지 점검합니다. 정상·불량이 표시된 별도 합성 데이터에서 성능이 떨어지자 재학습 비교를 제안했습니다. 표본이 부족하면 판단을 보류합니다.</a:t>
            </a:r>
          </a:p>
          <a:p xmlns:a="http://schemas.openxmlformats.org/drawingml/2006/main">
            <a:r>
              <a:t/>
            </a:r>
          </a:p>
          <a:p xmlns:a="http://schemas.openxmlformats.org/drawingml/2006/main">
            <a:r>
              <a:t>출처: app/monitoring.py</a:t>
            </a:r>
          </a:p>
          <a:p xmlns:a="http://schemas.openxmlformats.org/drawingml/2006/main">
            <a:r>
              <a:t>docs/evaluation/lifecycle_mac.json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 후 같은 CatBoost로 다시 학습했습니다. 같은 마지막 시험에서 불량 발견이 백육십일곱 개 중 마흔세 개에서 백쉰세 개로 늘었습니다. 정상 오판은 아흔여섯 개에서 일흔아홉 개로 줄었습니다. 운영 모델을 자동 교체하지는 않습니다.</a:t>
            </a:r>
          </a:p>
          <a:p xmlns:a="http://schemas.openxmlformats.org/drawingml/2006/main">
            <a:r>
              <a:t/>
            </a:r>
          </a:p>
          <a:p xmlns:a="http://schemas.openxmlformats.org/drawingml/2006/main">
            <a:r>
              <a:t>출처: app/monitoring.py</a:t>
            </a:r>
          </a:p>
          <a:p xmlns:a="http://schemas.openxmlformats.org/drawingml/2006/main">
            <a:r>
              <a:t>docs/evaluation/lifecycle_mac.json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이미지는 축소 ResNet, VGGNet, Autoencoder를 실제로 비교했습니다. 단순 합성 패턴이라 후보 선택 점수는 같습니다. EfficientNet은 아직 학습하지 않은 추가 후보로 구분했습니다.</a:t>
            </a:r>
          </a:p>
          <a:p xmlns:a="http://schemas.openxmlformats.org/drawingml/2006/main">
            <a:r>
              <a:t/>
            </a:r>
          </a:p>
          <a:p xmlns:a="http://schemas.openxmlformats.org/drawingml/2006/main">
            <a:r>
              <a:t>조건: 같은 Validation114건(불량19·정상95), 같은lot분할, 모델별gray/contrast2조건 중 최선. 6epochs, scratch 축소 구조. Autoencoder는 정상만 학습합니다. 이미지 점수는 센서 모델과 직접 순위를 매기지 않습니다. 새 EfficientNet 실행 결과를 만든 것은 아닙니다. 기존 선택 Autoencoder의Test는14/15개·정상오판0/105개이며 불량20개 기준 미달로보류입니다.</a:t>
            </a:r>
          </a:p>
          <a:p xmlns:a="http://schemas.openxmlformats.org/drawingml/2006/main">
            <a:r>
              <a:t/>
            </a:r>
          </a:p>
          <a:p xmlns:a="http://schemas.openxmlformats.org/drawingml/2006/main">
            <a:r>
              <a:t>출처: app/images.py</a:t>
            </a:r>
          </a:p>
          <a:p xmlns:a="http://schemas.openxmlformats.org/drawingml/2006/main">
            <a:r>
              <a:t>docs/evaluation/images.json</a:t>
            </a:r>
          </a:p>
          <a:p xmlns:a="http://schemas.openxmlformats.org/drawingml/2006/main">
            <a:r>
              <a:t>https://pytorch.org/hub/nvidia_deeplearningexamples_efficientnet/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후보를 찾을 때는 공식 문서를 검색해 관련 내용을 언어모델에 전달하는 RAG를 사용합니다. ExtraTrees와 GaussianNB를 제안하고, 승인 후 기존 후보와 비교합니다.</a:t>
            </a:r>
          </a:p>
          <a:p xmlns:a="http://schemas.openxmlformats.org/drawingml/2006/main">
            <a:r>
              <a:t/>
            </a:r>
          </a:p>
          <a:p xmlns:a="http://schemas.openxmlformats.org/drawingml/2006/main">
            <a:r>
              <a:t>출처: app/discovery.py</a:t>
            </a:r>
          </a:p>
          <a:p xmlns:a="http://schemas.openxmlformats.org/drawingml/2006/main">
            <a:r>
              <a:t>app/retrieval.py</a:t>
            </a:r>
          </a:p>
          <a:p xmlns:a="http://schemas.openxmlformats.org/drawingml/2006/main">
            <a:r>
              <a:t>docs/evaluation/vector_rag.json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설명과 계획은 언어모델이 돕고, 학습과 숫자 계산은 코드가 담당합니다. 역할 분리, 근거 검색, 도구 연결과 실행 추적을 적용했습니다.</a:t>
            </a:r>
          </a:p>
          <a:p xmlns:a="http://schemas.openxmlformats.org/drawingml/2006/main">
            <a:r>
              <a:t/>
            </a:r>
          </a:p>
          <a:p xmlns:a="http://schemas.openxmlformats.org/drawingml/2006/main">
            <a:r>
              <a:t>출처: app/planner.py</a:t>
            </a:r>
          </a:p>
          <a:p xmlns:a="http://schemas.openxmlformats.org/drawingml/2006/main">
            <a:r>
              <a:t>app/ensemble.py</a:t>
            </a:r>
          </a:p>
          <a:p xmlns:a="http://schemas.openxmlformats.org/drawingml/2006/main">
            <a:r>
              <a:t>docs/evaluation/langsmith_check.json</a:t>
            </a:r>
          </a:p>
          <a:p xmlns:a="http://schemas.openxmlformats.org/drawingml/2006/main">
            <a:r>
              <a:t>docs/evaluation/llm_judge.json</a:t>
            </a:r>
          </a:p>
          <a:p xmlns:a="http://schemas.openxmlformats.org/drawingml/2006/main">
            <a:r>
              <a:t>docs/evaluation/tests-windows.txt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언어모델 설명도 틀릴 수 있어 실제 결과와 함께 검사했습니다. 여덟 예제 중 여섯 개는 맞게 판단했지만 두 개는 틀렸습니다. 실제 이십칠 개를 삼십 개라고 한 오류도 놓쳐서 보조 검사로 사용합니다.</a:t>
            </a:r>
          </a:p>
          <a:p xmlns:a="http://schemas.openxmlformats.org/drawingml/2006/main">
            <a:r>
              <a:t/>
            </a:r>
          </a:p>
          <a:p xmlns:a="http://schemas.openxmlformats.org/drawingml/2006/main">
            <a:r>
              <a:t>출처: docs/evaluation/llm_judge.json</a:t>
            </a:r>
          </a:p>
          <a:p xmlns:a="http://schemas.openxmlformats.org/drawingml/2006/main">
            <a:r>
              <a:t>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SECOM 데이터도 시험했지만 불량 스물세 개 중 다섯 개를 찾아 목표에 미달했습니다. 합성 데이터의 좋은 결과가 실제 생산 성능을 보장하지 않으므로, 실패도 기록하고 다시 검증해야 합니다.</a:t>
            </a:r>
          </a:p>
          <a:p xmlns:a="http://schemas.openxmlformats.org/drawingml/2006/main">
            <a:r>
              <a:t/>
            </a:r>
          </a:p>
          <a:p xmlns:a="http://schemas.openxmlformats.org/drawingml/2006/main">
            <a:r>
              <a:t>출처: docs/evaluation/weighted_ensemble.json</a:t>
            </a:r>
          </a:p>
          <a:p xmlns:a="http://schemas.openxmlformats.org/drawingml/2006/main">
            <a:r>
              <a:t>docs/evaluation/secom.json</a:t>
            </a:r>
          </a:p>
          <a:p xmlns:a="http://schemas.openxmlformats.org/drawingml/2006/main">
            <a:r>
              <a:t>https://archive.ics.uci.edu/dataset/179/secom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마지막은 과제 기술 요소와 실제 구현 위치입니다. 이상 발표를 마치겠습니다. 감사합니다.</a:t>
            </a:r>
          </a:p>
          <a:p xmlns:a="http://schemas.openxmlformats.org/drawingml/2006/main">
            <a:r>
              <a:t/>
            </a:r>
          </a:p>
          <a:p xmlns:a="http://schemas.openxmlformats.org/drawingml/2006/main">
            <a:r>
              <a:t>고정 역할 그래프이며 자율 Supervisor는 미구현입니다. 로컬FAISS 저장·검색을 사용합니다. 상시 감시·자동 운영 교체는 향후 범위입니다.</a:t>
            </a:r>
          </a:p>
          <a:p xmlns:a="http://schemas.openxmlformats.org/drawingml/2006/main">
            <a:r>
              <a:t/>
            </a:r>
          </a:p>
          <a:p xmlns:a="http://schemas.openxmlformats.org/drawingml/2006/main">
            <a:r>
              <a:t>출처: docs/ASSIGNMENT_CHECKLIST.md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22144ffd5b4a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5caef12aeb42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2af0617ca14a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f6c3be420f4b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e898f0f64142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c0ac267b7b4cd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8466a17e33f4c8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646d3af4b684e0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132aa06167344e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7af3cc9f904f3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668394d9d0e4eb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608B88-EB73-46B4-978B-4E647ED4DC9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6491C2B-3D21-4BEC-B2DB-8F7297EAC5C5}"/>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37DAF26-6FEF-4BED-8A89-D82BECB265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6761102-A684-4AAB-90E3-F518011EA5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942863-E60C-4647-B846-51BEE48A51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87E1F3-C87C-4E06-BC7E-9A33EA9346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7941E8C-8D46-4EF3-A1D9-E655CC4B823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C09D6C8-104F-4526-BF62-72180D65D2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E2C24A4-F78C-4625-8BBB-C2CAC2A18C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416BBF-9CE6-4BD6-AE3C-AA80C89472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6613EE-5667-4488-B94D-A61ADD448E9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72ADAF-360B-4FA0-B13B-9F6570191AF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1680E99-8AB6-4B0A-831F-FB9E59BAF9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3A13A43-BC27-4AF6-AB00-39A139E67D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638E4D-896C-4CD2-8BAA-A04C6AF73D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DB65C52-AB89-435D-9897-C078CA5E3D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81D80D6-38F2-4990-A059-DBF8F64186F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27DABC7-2CB6-4452-B620-A26BB041EE8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7B2C7DD-8D51-42E3-BC8C-3E7735337F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FE75C49-C39B-4BA2-9044-445F17BEC5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897AD4C-8FE6-44D4-8C09-E17726044E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BB7E09-DC19-4144-90BF-6D6D0EFD92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198A058-386D-4671-8655-D280282F6AE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C7EB7FA-A186-4923-8158-A825C1A6879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910986FE-C461-45BC-8B34-FF3AF571F652}"/>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A3C884F-FA22-4224-B8FE-004A0372E6D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3FA4C610-C77C-4470-B78E-48103348E8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E977A82F-05CB-49F0-AFE1-1A608AFECE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A265B49-08D6-41C0-AF2A-E148E51221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141D79-5E25-4A0E-AAD8-073C58DDF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3F51805-F435-440D-9B44-4539811BA2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F1149B6C-E5C4-45D2-879C-BB11B0DBC4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3AFCC92-AE54-4649-95AA-B6DA52BAED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50033D5-4C56-4601-B18A-DA118EC86B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654C3B7-0AB5-4833-AE01-2918FEC2B5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62D1EA0-E80C-4B2B-9FFC-6FF30A590A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280206-A839-429D-8358-9C1969B68B1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0D57395-CB55-4AFA-ACCE-1CDF3E0847C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53B1634-54FF-43E0-8929-DA2B82693E5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DB90366-1468-496B-A39B-5174ADADFF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9D31956-9B5F-41F2-B2F9-4417BEC1B2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F03564-5311-43DC-BD07-31EC52C579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F69E99-EE55-4039-83DC-61AF75B57EA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0A512CA-2689-424B-B433-DB9A0F7206E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7CC96D0-6D71-4233-96D4-59984C9903D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979C68A-8FC5-4353-A071-7AF939CAA8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13E77B8-3C52-4EF8-B8C1-7624778A77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055B090-06EF-4459-828D-54AEF2473B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464E50-A01B-467E-8183-ADFE839ED5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27C389C-E3E1-4807-81A3-11450A35A7C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5B4196-482F-4C33-AAE4-4180EE3B53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BB1B8E7-ED3F-473F-B1B9-1B1F927EC4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FDAAB4-AA0D-4B8A-9F26-108116875E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AF506A6-F8D7-4066-AA62-BBA4C7F4129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42C291E-4AE9-4A34-960C-8C3FB59B00D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1952113-A784-4936-9B5A-ADFECF14D1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D03F0C2-797D-46AC-A8E9-8DE28E5446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7E6E8A-70C8-4767-96A0-E7F5027E03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e244ad887a4895" /><Relationship Type="http://schemas.openxmlformats.org/officeDocument/2006/relationships/slideLayout" Target="/ppt/slideLayouts/slideLayout1.xml" Id="R265d51914ea24f4b" /><Relationship Type="http://schemas.openxmlformats.org/officeDocument/2006/relationships/slideLayout" Target="/ppt/slideLayouts/slideLayout2.xml" Id="R6966c55449e6470c" /><Relationship Type="http://schemas.openxmlformats.org/officeDocument/2006/relationships/slideLayout" Target="/ppt/slideLayouts/slideLayout3.xml" Id="R04b2cd255a8f4fef" /><Relationship Type="http://schemas.openxmlformats.org/officeDocument/2006/relationships/slideLayout" Target="/ppt/slideLayouts/slideLayout4.xml" Id="R000a627affdf48cd" /><Relationship Type="http://schemas.openxmlformats.org/officeDocument/2006/relationships/slideLayout" Target="/ppt/slideLayouts/slideLayout5.xml" Id="Rd03451e12ff34523" /><Relationship Type="http://schemas.openxmlformats.org/officeDocument/2006/relationships/slideLayout" Target="/ppt/slideLayouts/slideLayout6.xml" Id="R1d8b0707ecb74461" /><Relationship Type="http://schemas.openxmlformats.org/officeDocument/2006/relationships/slideLayout" Target="/ppt/slideLayouts/slideLayout7.xml" Id="R0a2551bfc34f4c19" /><Relationship Type="http://schemas.openxmlformats.org/officeDocument/2006/relationships/slideLayout" Target="/ppt/slideLayouts/slideLayout8.xml" Id="R5a7c2656183d4cab" /><Relationship Type="http://schemas.openxmlformats.org/officeDocument/2006/relationships/slideLayout" Target="/ppt/slideLayouts/slideLayout9.xml" Id="R7fcb3e881d8e4534" /><Relationship Type="http://schemas.openxmlformats.org/officeDocument/2006/relationships/slideLayout" Target="/ppt/slideLayouts/slideLayout10.xml" Id="R23d2a06b83a54ba8" /><Relationship Type="http://schemas.openxmlformats.org/officeDocument/2006/relationships/slideLayout" Target="/ppt/slideLayouts/slideLayout11.xml" Id="R7aba031e2be1422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31A5FE8-1A87-4DB8-99C5-F8B18B5C093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284AA19-1407-4D0D-A2BB-1341E4D6D21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9EDDA0A-DE82-4DEB-8491-C70B86FFB57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D1B8F2A-AD25-4153-91B2-753C4ECBFFCD}"/>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610B68-B78F-44BB-B5AD-33DE9D669BB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5d51914ea24f4b"/>
    <p:sldLayoutId xmlns:r="http://schemas.openxmlformats.org/officeDocument/2006/relationships" id="2147483650" r:id="R6966c55449e6470c"/>
    <p:sldLayoutId xmlns:r="http://schemas.openxmlformats.org/officeDocument/2006/relationships" id="2147483651" r:id="R04b2cd255a8f4fef"/>
    <p:sldLayoutId xmlns:r="http://schemas.openxmlformats.org/officeDocument/2006/relationships" id="2147483652" r:id="R000a627affdf48cd"/>
    <p:sldLayoutId xmlns:r="http://schemas.openxmlformats.org/officeDocument/2006/relationships" id="2147483653" r:id="Rd03451e12ff34523"/>
    <p:sldLayoutId xmlns:r="http://schemas.openxmlformats.org/officeDocument/2006/relationships" id="2147483654" r:id="R1d8b0707ecb74461"/>
    <p:sldLayoutId xmlns:r="http://schemas.openxmlformats.org/officeDocument/2006/relationships" id="2147483655" r:id="R0a2551bfc34f4c19"/>
    <p:sldLayoutId xmlns:r="http://schemas.openxmlformats.org/officeDocument/2006/relationships" id="2147483656" r:id="R5a7c2656183d4cab"/>
    <p:sldLayoutId xmlns:r="http://schemas.openxmlformats.org/officeDocument/2006/relationships" id="2147483657" r:id="R7fcb3e881d8e4534"/>
    <p:sldLayoutId xmlns:r="http://schemas.openxmlformats.org/officeDocument/2006/relationships" id="2147483658" r:id="R23d2a06b83a54ba8"/>
    <p:sldLayoutId xmlns:r="http://schemas.openxmlformats.org/officeDocument/2006/relationships" id="2147483659" r:id="R7aba031e2be1422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ba9529952e334901" /><Relationship Type="http://schemas.openxmlformats.org/officeDocument/2006/relationships/notesSlide" Target="/ppt/notesSlides/notesSlide1.xml" Id="Ra141a8cb3c0e46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634425ffaa54293" /><Relationship Type="http://schemas.openxmlformats.org/officeDocument/2006/relationships/notesSlide" Target="/ppt/notesSlides/notesSlide2.xml" Id="R42540a69c58043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eaef7105ec14ec3" /><Relationship Type="http://schemas.openxmlformats.org/officeDocument/2006/relationships/notesSlide" Target="/ppt/notesSlides/notesSlide3.xml" Id="Rd0f72aa7184d49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509848d94aee43d2" /><Relationship Type="http://schemas.openxmlformats.org/officeDocument/2006/relationships/image" Target="/ppt/media/image.jpeg" Id="Rb5f78188c9f14652" /><Relationship Type="http://schemas.openxmlformats.org/officeDocument/2006/relationships/notesSlide" Target="/ppt/notesSlides/notesSlide4.xml" Id="Re52b8c9c35a448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6e01f2c4a764ad8" /><Relationship Type="http://schemas.openxmlformats.org/officeDocument/2006/relationships/image" Target="/ppt/media/image2.jpeg" Id="R516d98208ce04205" /><Relationship Type="http://schemas.openxmlformats.org/officeDocument/2006/relationships/notesSlide" Target="/ppt/notesSlides/notesSlide5.xml" Id="Rf1883bdc4a914b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61d8a4021194b94" /><Relationship Type="http://schemas.openxmlformats.org/officeDocument/2006/relationships/notesSlide" Target="/ppt/notesSlides/notesSlide6.xml" Id="R29e1bce97b5741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61a880baf3146c0" /><Relationship Type="http://schemas.openxmlformats.org/officeDocument/2006/relationships/image" Target="/ppt/media/image3.jpeg" Id="R3e64de4bdd6e4a68" /><Relationship Type="http://schemas.openxmlformats.org/officeDocument/2006/relationships/notesSlide" Target="/ppt/notesSlides/notesSlide7.xml" Id="R02205baf23794d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0a175acfe224e13" /><Relationship Type="http://schemas.openxmlformats.org/officeDocument/2006/relationships/image" Target="/ppt/media/image4.jpeg" Id="R541ceb4983c04198" /><Relationship Type="http://schemas.openxmlformats.org/officeDocument/2006/relationships/notesSlide" Target="/ppt/notesSlides/notesSlide8.xml" Id="R6ec69995595c41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5c0eafda66f458a" /><Relationship Type="http://schemas.openxmlformats.org/officeDocument/2006/relationships/image" Target="/ppt/media/image5.jpeg" Id="Rf1932f99a9f84152" /><Relationship Type="http://schemas.openxmlformats.org/officeDocument/2006/relationships/notesSlide" Target="/ppt/notesSlides/notesSlide9.xml" Id="Rc8a1c37357124b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db72d02c762401b" /><Relationship Type="http://schemas.openxmlformats.org/officeDocument/2006/relationships/image" Target="/ppt/media/image6.jpeg" Id="R0bbb6fb82ed547ea" /><Relationship Type="http://schemas.openxmlformats.org/officeDocument/2006/relationships/notesSlide" Target="/ppt/notesSlides/notesSlide10.xml" Id="R5251d26a414e4b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f350372807474e0b" /><Relationship Type="http://schemas.openxmlformats.org/officeDocument/2006/relationships/image" Target="/ppt/media/image7.jpeg" Id="R35cfdf74d26f4b5a" /><Relationship Type="http://schemas.openxmlformats.org/officeDocument/2006/relationships/notesSlide" Target="/ppt/notesSlides/notesSlide11.xml" Id="R9456f8e3a16b46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f501369830d04a0e" /><Relationship Type="http://schemas.openxmlformats.org/officeDocument/2006/relationships/notesSlide" Target="/ppt/notesSlides/notesSlide12.xml" Id="Rffe04b918a944e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103d8af7e9249d8" /><Relationship Type="http://schemas.openxmlformats.org/officeDocument/2006/relationships/image" Target="/ppt/media/image8.jpeg" Id="Rc0835237d4264c99" /><Relationship Type="http://schemas.openxmlformats.org/officeDocument/2006/relationships/notesSlide" Target="/ppt/notesSlides/notesSlide13.xml" Id="Rbf2aad6b77014e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b98e2ef1f2946c1" /><Relationship Type="http://schemas.openxmlformats.org/officeDocument/2006/relationships/notesSlide" Target="/ppt/notesSlides/notesSlide14.xml" Id="R118c39ce3d3147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7c03ef073144cd9" /><Relationship Type="http://schemas.openxmlformats.org/officeDocument/2006/relationships/notesSlide" Target="/ppt/notesSlides/notesSlide15.xml" Id="R0b34fc7bb84940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cf7f2c523984b31" /><Relationship Type="http://schemas.openxmlformats.org/officeDocument/2006/relationships/notesSlide" Target="/ppt/notesSlides/notesSlide16.xml" Id="R3fae5268d5154b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58bead00fc274437" /><Relationship Type="http://schemas.openxmlformats.org/officeDocument/2006/relationships/notesSlide" Target="/ppt/notesSlides/notesSlide17.xml" Id="R60f46b1347cb4eb6" /></Relationships>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4DB8CBE-2096-4148-A061-AB7849F7161F}"/>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48581ED-B52C-4726-8FB3-07FAB0BEABCA}"/>
              </a:ext>
            </a:extLst>
          </p:cNvPr>
          <p:cNvSpPr>
            <a:spLocks xmlns:a="http://schemas.openxmlformats.org/drawingml/2006/main" noGrp="1"/>
          </p:cNvSpPr>
          <p:nvPr/>
        </p:nvSpPr>
        <p:spPr>
          <a:xfrm xmlns:a="http://schemas.openxmlformats.org/drawingml/2006/main">
            <a:off x="594360" y="292608"/>
            <a:ext cx="109728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200" b="1">
                <a:solidFill>
                  <a:srgbClr val="147D82"/>
                </a:solidFill>
                <a:latin typeface="맑은 고딕"/>
                <a:ea typeface="맑은 고딕"/>
                <a:cs typeface="맑은 고딕"/>
              </a:defRPr>
            </a:pPr>
            <a:r>
              <a:t>01 · 무엇을 만드는 프로젝트인가요?</a:t>
            </a:r>
          </a:p>
        </p:txBody>
      </p:sp>
      <p:sp>
        <p:nvSpPr>
          <p:cNvPr id="4" name="TextBox 3">
            <a:extLst xmlns:a="http://schemas.openxmlformats.org/drawingml/2006/main">
              <a:ext uri="{FF2B5EF4-FFF2-40B4-BE49-F238E27FC236}">
                <a16:creationId xmlns:a16="http://schemas.microsoft.com/office/drawing/2014/main" id="{4599504A-58B5-4525-99A1-1CBEF9E8E767}"/>
              </a:ext>
            </a:extLst>
          </p:cNvPr>
          <p:cNvSpPr>
            <a:spLocks xmlns:a="http://schemas.openxmlformats.org/drawingml/2006/main" noGrp="1"/>
          </p:cNvSpPr>
          <p:nvPr/>
        </p:nvSpPr>
        <p:spPr>
          <a:xfrm xmlns:a="http://schemas.openxmlformats.org/drawingml/2006/main">
            <a:off x="594360" y="832104"/>
            <a:ext cx="10972800" cy="145857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800" b="1">
                <a:solidFill>
                  <a:srgbClr val="173A49"/>
                </a:solidFill>
                <a:latin typeface="맑은 고딕"/>
                <a:ea typeface="맑은 고딕"/>
                <a:cs typeface="맑은 고딕"/>
              </a:defRPr>
            </a:pPr>
            <a:r>
              <a:t>반도체 검사 모델</a:t>
            </a:r>
          </a:p>
          <a:p xmlns:a="http://schemas.openxmlformats.org/drawingml/2006/main">
            <a:pPr>
              <a:lnSpc>
                <a:spcPct val="114000"/>
              </a:lnSpc>
              <a:spcAft>
                <a:spcPts val="800"/>
              </a:spcAft>
              <a:buNone/>
              <a:defRPr sz="3800" b="1">
                <a:solidFill>
                  <a:srgbClr val="173A49"/>
                </a:solidFill>
                <a:latin typeface="맑은 고딕"/>
                <a:ea typeface="맑은 고딕"/>
                <a:cs typeface="맑은 고딕"/>
              </a:defRPr>
            </a:pPr>
            <a:r>
              <a:rPr sz="3800" b="1">
                <a:solidFill>
                  <a:srgbClr val="173A49"/>
                </a:solidFill>
                <a:latin typeface="맑은 고딕"/>
                <a:ea typeface="맑은 고딕"/>
                <a:cs typeface="맑은 고딕"/>
              </a:rPr>
              <a:t>실험·관리 Agent</a:t>
            </a:r>
          </a:p>
        </p:txBody>
      </p:sp>
      <p:sp>
        <p:nvSpPr>
          <p:cNvPr id="5" name="Rectangle 4">
            <a:extLst xmlns:a="http://schemas.openxmlformats.org/drawingml/2006/main">
              <a:ext uri="{FF2B5EF4-FFF2-40B4-BE49-F238E27FC236}">
                <a16:creationId xmlns:a16="http://schemas.microsoft.com/office/drawing/2014/main" id="{292BE7CD-704F-4E3B-98A8-CDE522DD1AEF}"/>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4514FA1-8CC2-4A34-ADBB-FA27EC4EA21D}"/>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F137FF83-4E0E-4DFE-B42B-55C7DEBDDF91}"/>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01 / 17</a:t>
            </a:r>
          </a:p>
        </p:txBody>
      </p:sp>
      <p:sp>
        <p:nvSpPr>
          <p:cNvPr id="8" name="TextBox 7">
            <a:extLst xmlns:a="http://schemas.openxmlformats.org/drawingml/2006/main">
              <a:ext uri="{FF2B5EF4-FFF2-40B4-BE49-F238E27FC236}">
                <a16:creationId xmlns:a16="http://schemas.microsoft.com/office/drawing/2014/main" id="{C2465A5D-0D99-4E9C-9B5C-146DCCE5EEF0}"/>
              </a:ext>
            </a:extLst>
          </p:cNvPr>
          <p:cNvSpPr>
            <a:spLocks xmlns:a="http://schemas.openxmlformats.org/drawingml/2006/main" noGrp="1"/>
          </p:cNvSpPr>
          <p:nvPr/>
        </p:nvSpPr>
        <p:spPr>
          <a:xfrm xmlns:a="http://schemas.openxmlformats.org/drawingml/2006/main">
            <a:off x="658368" y="2514600"/>
            <a:ext cx="10515600" cy="43616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300" b="0">
                <a:solidFill>
                  <a:srgbClr val="617681"/>
                </a:solidFill>
                <a:latin typeface="맑은 고딕"/>
                <a:ea typeface="맑은 고딕"/>
                <a:cs typeface="맑은 고딕"/>
              </a:defRPr>
            </a:pPr>
            <a:r>
              <a:t>모델 비교부터 성능 점검·재학습까지 다음 실험을 돕습니다.</a:t>
            </a:r>
          </a:p>
        </p:txBody>
      </p:sp>
      <p:sp>
        <p:nvSpPr>
          <p:cNvPr id="9" name="TextBox 8">
            <a:extLst xmlns:a="http://schemas.openxmlformats.org/drawingml/2006/main">
              <a:ext uri="{FF2B5EF4-FFF2-40B4-BE49-F238E27FC236}">
                <a16:creationId xmlns:a16="http://schemas.microsoft.com/office/drawing/2014/main" id="{BF593B7F-ECC8-44C4-82F3-7EE0D2A69AC5}"/>
              </a:ext>
            </a:extLst>
          </p:cNvPr>
          <p:cNvSpPr>
            <a:spLocks xmlns:a="http://schemas.openxmlformats.org/drawingml/2006/main" noGrp="1"/>
          </p:cNvSpPr>
          <p:nvPr/>
        </p:nvSpPr>
        <p:spPr>
          <a:xfrm xmlns:a="http://schemas.openxmlformats.org/drawingml/2006/main">
            <a:off x="658368" y="3447288"/>
            <a:ext cx="10515600" cy="4572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000" b="0">
                <a:solidFill>
                  <a:srgbClr val="173A49"/>
                </a:solidFill>
                <a:latin typeface="맑은 고딕"/>
                <a:ea typeface="맑은 고딕"/>
                <a:cs typeface="맑은 고딕"/>
              </a:defRPr>
            </a:pPr>
            <a:r>
              <a:t>SKALA 광주 2반 · G045 김용찬 · 2026.10.22</a:t>
            </a:r>
          </a:p>
        </p:txBody>
      </p:sp>
      <p:sp>
        <p:nvSpPr>
          <p:cNvPr id="10" name="Rounded Rectangle 9">
            <a:extLst xmlns:a="http://schemas.openxmlformats.org/drawingml/2006/main">
              <a:ext uri="{FF2B5EF4-FFF2-40B4-BE49-F238E27FC236}">
                <a16:creationId xmlns:a16="http://schemas.microsoft.com/office/drawing/2014/main" id="{6DEAF40F-BB08-4695-A749-09DFDE002D71}"/>
              </a:ext>
            </a:extLst>
          </p:cNvPr>
          <p:cNvSpPr>
            <a:spLocks xmlns:a="http://schemas.openxmlformats.org/drawingml/2006/main" noGrp="1"/>
          </p:cNvSpPr>
          <p:nvPr/>
        </p:nvSpPr>
        <p:spPr>
          <a:xfrm xmlns:a="http://schemas.openxmlformats.org/drawingml/2006/main">
            <a:off x="658368" y="4709160"/>
            <a:ext cx="2542032" cy="960120"/>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4383AE83-A374-44A3-9230-9AE8314B2AAE}"/>
              </a:ext>
            </a:extLst>
          </p:cNvPr>
          <p:cNvSpPr>
            <a:spLocks xmlns:a="http://schemas.openxmlformats.org/drawingml/2006/main" noGrp="1"/>
          </p:cNvSpPr>
          <p:nvPr/>
        </p:nvSpPr>
        <p:spPr>
          <a:xfrm xmlns:a="http://schemas.openxmlformats.org/drawingml/2006/main">
            <a:off x="841247" y="4818888"/>
            <a:ext cx="457200" cy="29260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400" b="1">
                <a:solidFill>
                  <a:srgbClr val="147D82"/>
                </a:solidFill>
                <a:latin typeface="맑은 고딕"/>
                <a:ea typeface="맑은 고딕"/>
                <a:cs typeface="맑은 고딕"/>
              </a:defRPr>
            </a:pPr>
            <a:r>
              <a:t>01</a:t>
            </a:r>
          </a:p>
        </p:txBody>
      </p:sp>
      <p:sp>
        <p:nvSpPr>
          <p:cNvPr id="12" name="TextBox 11">
            <a:extLst xmlns:a="http://schemas.openxmlformats.org/drawingml/2006/main">
              <a:ext uri="{FF2B5EF4-FFF2-40B4-BE49-F238E27FC236}">
                <a16:creationId xmlns:a16="http://schemas.microsoft.com/office/drawing/2014/main" id="{0DEA6100-B176-459B-88CA-B0B9F28DD681}"/>
              </a:ext>
            </a:extLst>
          </p:cNvPr>
          <p:cNvSpPr>
            <a:spLocks xmlns:a="http://schemas.openxmlformats.org/drawingml/2006/main" noGrp="1"/>
          </p:cNvSpPr>
          <p:nvPr/>
        </p:nvSpPr>
        <p:spPr>
          <a:xfrm xmlns:a="http://schemas.openxmlformats.org/drawingml/2006/main">
            <a:off x="841247" y="5193792"/>
            <a:ext cx="219456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73A49"/>
                </a:solidFill>
                <a:latin typeface="맑은 고딕"/>
                <a:ea typeface="맑은 고딕"/>
                <a:cs typeface="맑은 고딕"/>
              </a:defRPr>
            </a:pPr>
            <a:r>
              <a:t>데이터 점검</a:t>
            </a:r>
          </a:p>
        </p:txBody>
      </p:sp>
      <p:sp>
        <p:nvSpPr>
          <p:cNvPr id="13" name="Rounded Rectangle 12">
            <a:extLst xmlns:a="http://schemas.openxmlformats.org/drawingml/2006/main">
              <a:ext uri="{FF2B5EF4-FFF2-40B4-BE49-F238E27FC236}">
                <a16:creationId xmlns:a16="http://schemas.microsoft.com/office/drawing/2014/main" id="{FA4BEEAE-87B0-4967-9A7F-2019CAE265C2}"/>
              </a:ext>
            </a:extLst>
          </p:cNvPr>
          <p:cNvSpPr>
            <a:spLocks xmlns:a="http://schemas.openxmlformats.org/drawingml/2006/main" noGrp="1"/>
          </p:cNvSpPr>
          <p:nvPr/>
        </p:nvSpPr>
        <p:spPr>
          <a:xfrm xmlns:a="http://schemas.openxmlformats.org/drawingml/2006/main">
            <a:off x="3474720" y="4709160"/>
            <a:ext cx="2542032" cy="960120"/>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D3BA7C2-127D-42F0-88AD-40734AA4D208}"/>
              </a:ext>
            </a:extLst>
          </p:cNvPr>
          <p:cNvSpPr>
            <a:spLocks xmlns:a="http://schemas.openxmlformats.org/drawingml/2006/main" noGrp="1"/>
          </p:cNvSpPr>
          <p:nvPr/>
        </p:nvSpPr>
        <p:spPr>
          <a:xfrm xmlns:a="http://schemas.openxmlformats.org/drawingml/2006/main">
            <a:off x="3657600" y="4818888"/>
            <a:ext cx="457200" cy="29260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400" b="1">
                <a:solidFill>
                  <a:srgbClr val="147D82"/>
                </a:solidFill>
                <a:latin typeface="맑은 고딕"/>
                <a:ea typeface="맑은 고딕"/>
                <a:cs typeface="맑은 고딕"/>
              </a:defRPr>
            </a:pPr>
            <a:r>
              <a:t>02</a:t>
            </a:r>
          </a:p>
        </p:txBody>
      </p:sp>
      <p:sp>
        <p:nvSpPr>
          <p:cNvPr id="15" name="TextBox 14">
            <a:extLst xmlns:a="http://schemas.openxmlformats.org/drawingml/2006/main">
              <a:ext uri="{FF2B5EF4-FFF2-40B4-BE49-F238E27FC236}">
                <a16:creationId xmlns:a16="http://schemas.microsoft.com/office/drawing/2014/main" id="{78D5E374-027D-4B4F-BC6D-8CD182DB1B16}"/>
              </a:ext>
            </a:extLst>
          </p:cNvPr>
          <p:cNvSpPr>
            <a:spLocks xmlns:a="http://schemas.openxmlformats.org/drawingml/2006/main" noGrp="1"/>
          </p:cNvSpPr>
          <p:nvPr/>
        </p:nvSpPr>
        <p:spPr>
          <a:xfrm xmlns:a="http://schemas.openxmlformats.org/drawingml/2006/main">
            <a:off x="3657600" y="5193792"/>
            <a:ext cx="219456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73A49"/>
                </a:solidFill>
                <a:latin typeface="맑은 고딕"/>
                <a:ea typeface="맑은 고딕"/>
                <a:cs typeface="맑은 고딕"/>
              </a:defRPr>
            </a:pPr>
            <a:r>
              <a:t>계획 승인</a:t>
            </a:r>
          </a:p>
        </p:txBody>
      </p:sp>
      <p:sp>
        <p:nvSpPr>
          <p:cNvPr id="16" name="Rounded Rectangle 15">
            <a:extLst xmlns:a="http://schemas.openxmlformats.org/drawingml/2006/main">
              <a:ext uri="{FF2B5EF4-FFF2-40B4-BE49-F238E27FC236}">
                <a16:creationId xmlns:a16="http://schemas.microsoft.com/office/drawing/2014/main" id="{93D51925-4883-4E33-859D-41EAB4EEFB7D}"/>
              </a:ext>
            </a:extLst>
          </p:cNvPr>
          <p:cNvSpPr>
            <a:spLocks xmlns:a="http://schemas.openxmlformats.org/drawingml/2006/main" noGrp="1"/>
          </p:cNvSpPr>
          <p:nvPr/>
        </p:nvSpPr>
        <p:spPr>
          <a:xfrm xmlns:a="http://schemas.openxmlformats.org/drawingml/2006/main">
            <a:off x="6291072" y="4709160"/>
            <a:ext cx="2542032" cy="960120"/>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EA3EE1F3-6479-4DFE-AA44-A038CB2C3978}"/>
              </a:ext>
            </a:extLst>
          </p:cNvPr>
          <p:cNvSpPr>
            <a:spLocks xmlns:a="http://schemas.openxmlformats.org/drawingml/2006/main" noGrp="1"/>
          </p:cNvSpPr>
          <p:nvPr/>
        </p:nvSpPr>
        <p:spPr>
          <a:xfrm xmlns:a="http://schemas.openxmlformats.org/drawingml/2006/main">
            <a:off x="6473952" y="4818888"/>
            <a:ext cx="457200" cy="29260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400" b="1">
                <a:solidFill>
                  <a:srgbClr val="147D82"/>
                </a:solidFill>
                <a:latin typeface="맑은 고딕"/>
                <a:ea typeface="맑은 고딕"/>
                <a:cs typeface="맑은 고딕"/>
              </a:defRPr>
            </a:pPr>
            <a:r>
              <a:t>03</a:t>
            </a:r>
          </a:p>
        </p:txBody>
      </p:sp>
      <p:sp>
        <p:nvSpPr>
          <p:cNvPr id="18" name="TextBox 17">
            <a:extLst xmlns:a="http://schemas.openxmlformats.org/drawingml/2006/main">
              <a:ext uri="{FF2B5EF4-FFF2-40B4-BE49-F238E27FC236}">
                <a16:creationId xmlns:a16="http://schemas.microsoft.com/office/drawing/2014/main" id="{7D5A5F97-DADF-43D2-A3E6-9C9AFE5A0BA4}"/>
              </a:ext>
            </a:extLst>
          </p:cNvPr>
          <p:cNvSpPr>
            <a:spLocks xmlns:a="http://schemas.openxmlformats.org/drawingml/2006/main" noGrp="1"/>
          </p:cNvSpPr>
          <p:nvPr/>
        </p:nvSpPr>
        <p:spPr>
          <a:xfrm xmlns:a="http://schemas.openxmlformats.org/drawingml/2006/main">
            <a:off x="6473952" y="5193792"/>
            <a:ext cx="219456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73A49"/>
                </a:solidFill>
                <a:latin typeface="맑은 고딕"/>
                <a:ea typeface="맑은 고딕"/>
                <a:cs typeface="맑은 고딕"/>
              </a:defRPr>
            </a:pPr>
            <a:r>
              <a:t>모델·비율 비교</a:t>
            </a:r>
          </a:p>
        </p:txBody>
      </p:sp>
      <p:sp>
        <p:nvSpPr>
          <p:cNvPr id="19" name="Rounded Rectangle 18">
            <a:extLst xmlns:a="http://schemas.openxmlformats.org/drawingml/2006/main">
              <a:ext uri="{FF2B5EF4-FFF2-40B4-BE49-F238E27FC236}">
                <a16:creationId xmlns:a16="http://schemas.microsoft.com/office/drawing/2014/main" id="{ACC633AE-071A-4A0E-9549-F9F55A9C43B1}"/>
              </a:ext>
            </a:extLst>
          </p:cNvPr>
          <p:cNvSpPr>
            <a:spLocks xmlns:a="http://schemas.openxmlformats.org/drawingml/2006/main" noGrp="1"/>
          </p:cNvSpPr>
          <p:nvPr/>
        </p:nvSpPr>
        <p:spPr>
          <a:xfrm xmlns:a="http://schemas.openxmlformats.org/drawingml/2006/main">
            <a:off x="9107424" y="4709160"/>
            <a:ext cx="2542032" cy="960120"/>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4A486BC0-D5A5-434B-9D0F-6BF5547FE936}"/>
              </a:ext>
            </a:extLst>
          </p:cNvPr>
          <p:cNvSpPr>
            <a:spLocks xmlns:a="http://schemas.openxmlformats.org/drawingml/2006/main" noGrp="1"/>
          </p:cNvSpPr>
          <p:nvPr/>
        </p:nvSpPr>
        <p:spPr>
          <a:xfrm xmlns:a="http://schemas.openxmlformats.org/drawingml/2006/main">
            <a:off x="9290304" y="4818888"/>
            <a:ext cx="457200" cy="29260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400" b="1">
                <a:solidFill>
                  <a:srgbClr val="147D82"/>
                </a:solidFill>
                <a:latin typeface="맑은 고딕"/>
                <a:ea typeface="맑은 고딕"/>
                <a:cs typeface="맑은 고딕"/>
              </a:defRPr>
            </a:pPr>
            <a:r>
              <a:t>04</a:t>
            </a:r>
          </a:p>
        </p:txBody>
      </p:sp>
      <p:sp>
        <p:nvSpPr>
          <p:cNvPr id="21" name="TextBox 20">
            <a:extLst xmlns:a="http://schemas.openxmlformats.org/drawingml/2006/main">
              <a:ext uri="{FF2B5EF4-FFF2-40B4-BE49-F238E27FC236}">
                <a16:creationId xmlns:a16="http://schemas.microsoft.com/office/drawing/2014/main" id="{09073020-8854-4DF2-8E37-FFAF3EF5BED5}"/>
              </a:ext>
            </a:extLst>
          </p:cNvPr>
          <p:cNvSpPr>
            <a:spLocks xmlns:a="http://schemas.openxmlformats.org/drawingml/2006/main" noGrp="1"/>
          </p:cNvSpPr>
          <p:nvPr/>
        </p:nvSpPr>
        <p:spPr>
          <a:xfrm xmlns:a="http://schemas.openxmlformats.org/drawingml/2006/main">
            <a:off x="9290304" y="5193792"/>
            <a:ext cx="2194560" cy="2866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1650" b="1">
                <a:solidFill>
                  <a:srgbClr val="173A49"/>
                </a:solidFill>
                <a:latin typeface="맑은 고딕"/>
                <a:ea typeface="맑은 고딕"/>
                <a:cs typeface="맑은 고딕"/>
              </a:defRPr>
            </a:defPPr>
            <a:lvl1pPr>
              <a:buNone/>
              <a:defRPr sz="1650" b="1">
                <a:solidFill>
                  <a:srgbClr val="173A49"/>
                </a:solidFill>
                <a:latin typeface="맑은 고딕"/>
                <a:ea typeface="맑은 고딕"/>
                <a:cs typeface="맑은 고딕"/>
              </a:defRPr>
            </a:lvl1pPr>
            <a:lvl2pPr>
              <a:buNone/>
              <a:defRPr sz="1650" b="1">
                <a:solidFill>
                  <a:srgbClr val="173A49"/>
                </a:solidFill>
                <a:latin typeface="맑은 고딕"/>
                <a:ea typeface="맑은 고딕"/>
                <a:cs typeface="맑은 고딕"/>
              </a:defRPr>
            </a:lvl2pPr>
            <a:lvl3pPr>
              <a:buNone/>
              <a:defRPr sz="1650" b="1">
                <a:solidFill>
                  <a:srgbClr val="173A49"/>
                </a:solidFill>
                <a:latin typeface="맑은 고딕"/>
                <a:ea typeface="맑은 고딕"/>
                <a:cs typeface="맑은 고딕"/>
              </a:defRPr>
            </a:lvl3pPr>
            <a:lvl4pPr>
              <a:buNone/>
              <a:defRPr sz="1650" b="1">
                <a:solidFill>
                  <a:srgbClr val="173A49"/>
                </a:solidFill>
                <a:latin typeface="맑은 고딕"/>
                <a:ea typeface="맑은 고딕"/>
                <a:cs typeface="맑은 고딕"/>
              </a:defRPr>
            </a:lvl4pPr>
            <a:lvl5pPr>
              <a:buNone/>
              <a:defRPr sz="1650" b="1">
                <a:solidFill>
                  <a:srgbClr val="173A49"/>
                </a:solidFill>
                <a:latin typeface="맑은 고딕"/>
                <a:ea typeface="맑은 고딕"/>
                <a:cs typeface="맑은 고딕"/>
              </a:defRPr>
            </a:lvl5pPr>
            <a:lvl6pPr>
              <a:buNone/>
              <a:defRPr sz="1650" b="1">
                <a:solidFill>
                  <a:srgbClr val="173A49"/>
                </a:solidFill>
                <a:latin typeface="맑은 고딕"/>
                <a:ea typeface="맑은 고딕"/>
                <a:cs typeface="맑은 고딕"/>
              </a:defRPr>
            </a:lvl6pPr>
            <a:lvl7pPr>
              <a:buNone/>
              <a:defRPr sz="1650" b="1">
                <a:solidFill>
                  <a:srgbClr val="173A49"/>
                </a:solidFill>
                <a:latin typeface="맑은 고딕"/>
                <a:ea typeface="맑은 고딕"/>
                <a:cs typeface="맑은 고딕"/>
              </a:defRPr>
            </a:lvl7pPr>
            <a:lvl8pPr>
              <a:buNone/>
              <a:defRPr sz="1650" b="1">
                <a:solidFill>
                  <a:srgbClr val="173A49"/>
                </a:solidFill>
                <a:latin typeface="맑은 고딕"/>
                <a:ea typeface="맑은 고딕"/>
                <a:cs typeface="맑은 고딕"/>
              </a:defRPr>
            </a:lvl8pPr>
            <a:lvl9pPr>
              <a:buNone/>
              <a:defRPr sz="1650" b="1">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1650" b="1">
                <a:solidFill>
                  <a:srgbClr val="173A49"/>
                </a:solidFill>
                <a:latin typeface="맑은 고딕"/>
                <a:ea typeface="맑은 고딕"/>
                <a:cs typeface="맑은 고딕"/>
              </a:defRPr>
            </a:pPr>
            <a:r>
              <a:rPr sz="1650" b="1">
                <a:solidFill>
                  <a:srgbClr val="173A49"/>
                </a:solidFill>
                <a:latin typeface="맑은 고딕"/>
                <a:ea typeface="맑은 고딕"/>
                <a:cs typeface="맑은 고딕"/>
              </a:rPr>
              <a:t>성능 점검·재학습</a:t>
            </a:r>
          </a:p>
        </p:txBody>
      </p:sp>
    </p:spTree>
    <p:extLst>
      <p:ext uri="{BB962C8B-B14F-4D97-AF65-F5344CB8AC3E}">
        <p14:creationId xmlns:p14="http://schemas.microsoft.com/office/powerpoint/2010/main" val="1331555358"/>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3894E5C-1069-4884-9C38-2035AE01FB85}"/>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6F41D8E-D844-4A35-BC4B-ADA112695C7D}"/>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02 · 엔지니어의 반복 실험과 성능 점검</a:t>
            </a:r>
          </a:p>
        </p:txBody>
      </p:sp>
      <p:sp>
        <p:nvSpPr>
          <p:cNvPr id="4" name="TextBox 3">
            <a:extLst xmlns:a="http://schemas.openxmlformats.org/drawingml/2006/main">
              <a:ext uri="{FF2B5EF4-FFF2-40B4-BE49-F238E27FC236}">
                <a16:creationId xmlns:a16="http://schemas.microsoft.com/office/drawing/2014/main" id="{7F197F90-B213-4886-BC33-6F3808A1015D}"/>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입력 데이터에 맞는 모델을 비교합니다</a:t>
            </a:r>
          </a:p>
        </p:txBody>
      </p:sp>
      <p:sp>
        <p:nvSpPr>
          <p:cNvPr id="5" name="Rectangle 4">
            <a:extLst xmlns:a="http://schemas.openxmlformats.org/drawingml/2006/main">
              <a:ext uri="{FF2B5EF4-FFF2-40B4-BE49-F238E27FC236}">
                <a16:creationId xmlns:a16="http://schemas.microsoft.com/office/drawing/2014/main" id="{0CD66419-033F-4716-A917-6DAD05193483}"/>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45DEE1E9-5409-4DB4-9A5A-3FA4CDF60D70}"/>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7BD6D7EC-84B8-4FBB-A77A-0CC0435EE257}"/>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02 / 17</a:t>
            </a:r>
          </a:p>
        </p:txBody>
      </p:sp>
      <p:sp>
        <p:nvSpPr>
          <p:cNvPr id="8" name="Rectangle 7">
            <a:extLst xmlns:a="http://schemas.openxmlformats.org/drawingml/2006/main">
              <a:ext uri="{FF2B5EF4-FFF2-40B4-BE49-F238E27FC236}">
                <a16:creationId xmlns:a16="http://schemas.microsoft.com/office/drawing/2014/main" id="{318C7514-2C26-46FF-9A8B-A6327883BB78}"/>
              </a:ext>
            </a:extLst>
          </p:cNvPr>
          <p:cNvSpPr>
            <a:spLocks xmlns:a="http://schemas.openxmlformats.org/drawingml/2006/main" noGrp="1"/>
          </p:cNvSpPr>
          <p:nvPr/>
        </p:nvSpPr>
        <p:spPr>
          <a:xfrm xmlns:a="http://schemas.openxmlformats.org/drawingml/2006/main">
            <a:off x="640080" y="197510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14F02C5-0BB5-475F-8905-E1B5E1F92042}"/>
              </a:ext>
            </a:extLst>
          </p:cNvPr>
          <p:cNvSpPr>
            <a:spLocks xmlns:a="http://schemas.openxmlformats.org/drawingml/2006/main" noGrp="1"/>
          </p:cNvSpPr>
          <p:nvPr/>
        </p:nvSpPr>
        <p:spPr>
          <a:xfrm xmlns:a="http://schemas.openxmlformats.org/drawingml/2006/main">
            <a:off x="609600" y="1885950"/>
            <a:ext cx="10953750" cy="34930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800">
                <a:solidFill>
                  <a:srgbClr val="173A49"/>
                </a:solidFill>
                <a:latin typeface="맑은 고딕"/>
                <a:ea typeface="맑은 고딕"/>
                <a:cs typeface="맑은 고딕"/>
              </a:defRPr>
            </a:defPPr>
            <a:lvl1pPr algn="l">
              <a:defRPr sz="1800">
                <a:solidFill>
                  <a:srgbClr val="173A49"/>
                </a:solidFill>
                <a:latin typeface="맑은 고딕"/>
                <a:ea typeface="맑은 고딕"/>
                <a:cs typeface="맑은 고딕"/>
              </a:defRPr>
            </a:lvl1pPr>
            <a:lvl2pPr algn="l">
              <a:defRPr sz="1800">
                <a:solidFill>
                  <a:srgbClr val="173A49"/>
                </a:solidFill>
                <a:latin typeface="맑은 고딕"/>
                <a:ea typeface="맑은 고딕"/>
                <a:cs typeface="맑은 고딕"/>
              </a:defRPr>
            </a:lvl2pPr>
            <a:lvl3pPr algn="l">
              <a:defRPr sz="1800">
                <a:solidFill>
                  <a:srgbClr val="173A49"/>
                </a:solidFill>
                <a:latin typeface="맑은 고딕"/>
                <a:ea typeface="맑은 고딕"/>
                <a:cs typeface="맑은 고딕"/>
              </a:defRPr>
            </a:lvl3pPr>
            <a:lvl4pPr algn="l">
              <a:defRPr sz="1800">
                <a:solidFill>
                  <a:srgbClr val="173A49"/>
                </a:solidFill>
                <a:latin typeface="맑은 고딕"/>
                <a:ea typeface="맑은 고딕"/>
                <a:cs typeface="맑은 고딕"/>
              </a:defRPr>
            </a:lvl4pPr>
            <a:lvl5pPr algn="l">
              <a:defRPr sz="1800">
                <a:solidFill>
                  <a:srgbClr val="173A49"/>
                </a:solidFill>
                <a:latin typeface="맑은 고딕"/>
                <a:ea typeface="맑은 고딕"/>
                <a:cs typeface="맑은 고딕"/>
              </a:defRPr>
            </a:lvl5pPr>
            <a:lvl6pPr algn="l">
              <a:defRPr sz="1800">
                <a:solidFill>
                  <a:srgbClr val="173A49"/>
                </a:solidFill>
                <a:latin typeface="맑은 고딕"/>
                <a:ea typeface="맑은 고딕"/>
                <a:cs typeface="맑은 고딕"/>
              </a:defRPr>
            </a:lvl6pPr>
            <a:lvl7pPr algn="l">
              <a:defRPr sz="1800">
                <a:solidFill>
                  <a:srgbClr val="173A49"/>
                </a:solidFill>
                <a:latin typeface="맑은 고딕"/>
                <a:ea typeface="맑은 고딕"/>
                <a:cs typeface="맑은 고딕"/>
              </a:defRPr>
            </a:lvl7pPr>
            <a:lvl8pPr algn="l">
              <a:defRPr sz="1800">
                <a:solidFill>
                  <a:srgbClr val="173A49"/>
                </a:solidFill>
                <a:latin typeface="맑은 고딕"/>
                <a:ea typeface="맑은 고딕"/>
                <a:cs typeface="맑은 고딕"/>
              </a:defRPr>
            </a:lvl8pPr>
            <a:lvl9pPr algn="l">
              <a:defRPr sz="18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800" b="0">
                <a:solidFill>
                  <a:srgbClr val="173A49"/>
                </a:solidFill>
                <a:latin typeface="맑은 고딕"/>
                <a:ea typeface="맑은 고딕"/>
                <a:cs typeface="맑은 고딕"/>
              </a:defRPr>
            </a:pPr>
            <a:r>
              <a:rPr sz="1800">
                <a:solidFill>
                  <a:srgbClr val="173A49"/>
                </a:solidFill>
                <a:latin typeface="맑은 고딕"/>
                <a:ea typeface="맑은 고딕"/>
                <a:cs typeface="맑은 고딕"/>
              </a:rPr>
              <a:t>입력에 맞는 후보·전처리 제안 후, 승인·실험·성능 점검으로 연결합니다.</a:t>
            </a:r>
          </a:p>
        </p:txBody>
      </p:sp>
      <p:sp>
        <p:nvSpPr>
          <p:cNvPr id="10" name="Rectangle 9">
            <a:extLst xmlns:a="http://schemas.openxmlformats.org/drawingml/2006/main">
              <a:ext uri="{FF2B5EF4-FFF2-40B4-BE49-F238E27FC236}">
                <a16:creationId xmlns:a16="http://schemas.microsoft.com/office/drawing/2014/main" id="{322DEE66-00D5-4B89-9906-8A1EA8C920F1}"/>
              </a:ext>
            </a:extLst>
          </p:cNvPr>
          <p:cNvSpPr>
            <a:spLocks xmlns:a="http://schemas.openxmlformats.org/drawingml/2006/main" noGrp="1"/>
          </p:cNvSpPr>
          <p:nvPr/>
        </p:nvSpPr>
        <p:spPr>
          <a:xfrm xmlns:a="http://schemas.openxmlformats.org/drawingml/2006/main">
            <a:off x="640080" y="275234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3A7C841-E561-4C0F-98B5-C3C583EBE8FC}"/>
              </a:ext>
            </a:extLst>
          </p:cNvPr>
          <p:cNvSpPr>
            <a:spLocks xmlns:a="http://schemas.openxmlformats.org/drawingml/2006/main" noGrp="1"/>
          </p:cNvSpPr>
          <p:nvPr/>
        </p:nvSpPr>
        <p:spPr>
          <a:xfrm xmlns:a="http://schemas.openxmlformats.org/drawingml/2006/main">
            <a:off x="609600" y="5838825"/>
            <a:ext cx="10953750" cy="2971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500">
                <a:solidFill>
                  <a:srgbClr val="173A49"/>
                </a:solidFill>
                <a:latin typeface="맑은 고딕"/>
                <a:ea typeface="맑은 고딕"/>
                <a:cs typeface="맑은 고딕"/>
              </a:defRPr>
            </a:defPPr>
            <a:lvl1pPr algn="l">
              <a:defRPr sz="1500">
                <a:solidFill>
                  <a:srgbClr val="173A49"/>
                </a:solidFill>
                <a:latin typeface="맑은 고딕"/>
                <a:ea typeface="맑은 고딕"/>
                <a:cs typeface="맑은 고딕"/>
              </a:defRPr>
            </a:lvl1pPr>
            <a:lvl2pPr algn="l">
              <a:defRPr sz="1500">
                <a:solidFill>
                  <a:srgbClr val="173A49"/>
                </a:solidFill>
                <a:latin typeface="맑은 고딕"/>
                <a:ea typeface="맑은 고딕"/>
                <a:cs typeface="맑은 고딕"/>
              </a:defRPr>
            </a:lvl2pPr>
            <a:lvl3pPr algn="l">
              <a:defRPr sz="1500">
                <a:solidFill>
                  <a:srgbClr val="173A49"/>
                </a:solidFill>
                <a:latin typeface="맑은 고딕"/>
                <a:ea typeface="맑은 고딕"/>
                <a:cs typeface="맑은 고딕"/>
              </a:defRPr>
            </a:lvl3pPr>
            <a:lvl4pPr algn="l">
              <a:defRPr sz="1500">
                <a:solidFill>
                  <a:srgbClr val="173A49"/>
                </a:solidFill>
                <a:latin typeface="맑은 고딕"/>
                <a:ea typeface="맑은 고딕"/>
                <a:cs typeface="맑은 고딕"/>
              </a:defRPr>
            </a:lvl4pPr>
            <a:lvl5pPr algn="l">
              <a:defRPr sz="1500">
                <a:solidFill>
                  <a:srgbClr val="173A49"/>
                </a:solidFill>
                <a:latin typeface="맑은 고딕"/>
                <a:ea typeface="맑은 고딕"/>
                <a:cs typeface="맑은 고딕"/>
              </a:defRPr>
            </a:lvl5pPr>
            <a:lvl6pPr algn="l">
              <a:defRPr sz="1500">
                <a:solidFill>
                  <a:srgbClr val="173A49"/>
                </a:solidFill>
                <a:latin typeface="맑은 고딕"/>
                <a:ea typeface="맑은 고딕"/>
                <a:cs typeface="맑은 고딕"/>
              </a:defRPr>
            </a:lvl6pPr>
            <a:lvl7pPr algn="l">
              <a:defRPr sz="1500">
                <a:solidFill>
                  <a:srgbClr val="173A49"/>
                </a:solidFill>
                <a:latin typeface="맑은 고딕"/>
                <a:ea typeface="맑은 고딕"/>
                <a:cs typeface="맑은 고딕"/>
              </a:defRPr>
            </a:lvl7pPr>
            <a:lvl8pPr algn="l">
              <a:defRPr sz="1500">
                <a:solidFill>
                  <a:srgbClr val="173A49"/>
                </a:solidFill>
                <a:latin typeface="맑은 고딕"/>
                <a:ea typeface="맑은 고딕"/>
                <a:cs typeface="맑은 고딕"/>
              </a:defRPr>
            </a:lvl8pPr>
            <a:lvl9pPr algn="l">
              <a:defRPr sz="15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500" b="0">
                <a:solidFill>
                  <a:srgbClr val="173A49"/>
                </a:solidFill>
                <a:latin typeface="맑은 고딕"/>
                <a:ea typeface="맑은 고딕"/>
                <a:cs typeface="맑은 고딕"/>
              </a:defRPr>
            </a:pPr>
            <a:r>
              <a:rPr sz="1500">
                <a:solidFill>
                  <a:srgbClr val="173A49"/>
                </a:solidFill>
                <a:latin typeface="맑은 고딕"/>
                <a:ea typeface="맑은 고딕"/>
                <a:cs typeface="맑은 고딕"/>
              </a:rPr>
              <a:t>오늘 본문은 센서 분류입니다. 입력 종류별로 따로 비교합니다.</a:t>
            </a:r>
          </a:p>
        </p:txBody>
      </p:sp>
      <p:sp>
        <p:nvSpPr>
          <p:cNvPr id="12" name="Rectangle 11">
            <a:extLst xmlns:a="http://schemas.openxmlformats.org/drawingml/2006/main">
              <a:ext uri="{FF2B5EF4-FFF2-40B4-BE49-F238E27FC236}">
                <a16:creationId xmlns:a16="http://schemas.microsoft.com/office/drawing/2014/main" id="{4D2FCAB7-FDB1-485E-9DDC-09ACEBB3D6F9}"/>
              </a:ext>
            </a:extLst>
          </p:cNvPr>
          <p:cNvSpPr>
            <a:spLocks xmlns:a="http://schemas.openxmlformats.org/drawingml/2006/main" noGrp="1"/>
          </p:cNvSpPr>
          <p:nvPr/>
        </p:nvSpPr>
        <p:spPr>
          <a:xfrm xmlns:a="http://schemas.openxmlformats.org/drawingml/2006/main">
            <a:off x="640080" y="352958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C95B546-FF0B-493F-827E-261E24C6A46F}"/>
              </a:ext>
            </a:extLst>
          </p:cNvPr>
          <p:cNvSpPr>
            <a:spLocks xmlns:a="http://schemas.openxmlformats.org/drawingml/2006/main" noGrp="1"/>
          </p:cNvSpPr>
          <p:nvPr/>
        </p:nvSpPr>
        <p:spPr>
          <a:xfrm xmlns:a="http://schemas.openxmlformats.org/drawingml/2006/main">
            <a:off x="868680" y="352958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2100" b="0">
                <a:solidFill>
                  <a:srgbClr val="173A49"/>
                </a:solidFill>
                <a:latin typeface="맑은 고딕"/>
                <a:ea typeface="맑은 고딕"/>
                <a:cs typeface="맑은 고딕"/>
              </a:defRPr>
            </a:pPr>
            <a:r>
              <a:t/>
            </a:r>
          </a:p>
        </p:txBody>
      </p:sp>
      <p:sp>
        <p:nvSpPr>
          <p:cNvPr id="14" name="Rectangle 13">
            <a:extLst xmlns:a="http://schemas.openxmlformats.org/drawingml/2006/main">
              <a:ext uri="{FF2B5EF4-FFF2-40B4-BE49-F238E27FC236}">
                <a16:creationId xmlns:a16="http://schemas.microsoft.com/office/drawing/2014/main" id="{17FB1DF0-1AF0-4CF9-B200-9709DBE7F7C1}"/>
              </a:ext>
            </a:extLst>
          </p:cNvPr>
          <p:cNvSpPr>
            <a:spLocks xmlns:a="http://schemas.openxmlformats.org/drawingml/2006/main" noGrp="1"/>
          </p:cNvSpPr>
          <p:nvPr/>
        </p:nvSpPr>
        <p:spPr>
          <a:xfrm xmlns:a="http://schemas.openxmlformats.org/drawingml/2006/main">
            <a:off x="640080" y="430682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35EFA3C-F77F-4B31-AAF5-46AC2A1D8429}"/>
              </a:ext>
            </a:extLst>
          </p:cNvPr>
          <p:cNvSpPr>
            <a:spLocks xmlns:a="http://schemas.openxmlformats.org/drawingml/2006/main" noGrp="1"/>
          </p:cNvSpPr>
          <p:nvPr/>
        </p:nvSpPr>
        <p:spPr>
          <a:xfrm xmlns:a="http://schemas.openxmlformats.org/drawingml/2006/main">
            <a:off x="868680" y="430682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2100" b="0">
                <a:solidFill>
                  <a:srgbClr val="173A49"/>
                </a:solidFill>
                <a:latin typeface="맑은 고딕"/>
                <a:ea typeface="맑은 고딕"/>
                <a:cs typeface="맑은 고딕"/>
              </a:defRPr>
            </a:pPr>
            <a:r>
              <a:t/>
            </a:r>
          </a:p>
        </p:txBody>
      </p:sp>
      <p:graphicFrame>
        <p:nvGraphicFramePr>
          <p:cNvPr id="16" name="">
            <a:extLst xmlns:a="http://schemas.openxmlformats.org/drawingml/2006/main">
              <a:ext uri="{FF2B5EF4-FFF2-40B4-BE49-F238E27FC236}">
                <a16:creationId xmlns:a16="http://schemas.microsoft.com/office/drawing/2014/main" id="{9701B19F-7646-4E7F-B839-2F87D24D83E2}"/>
              </a:ext>
            </a:extLst>
          </p:cNvPr>
          <p:cNvGraphicFramePr/>
          <p:nvPr/>
        </p:nvGraphicFramePr>
        <p:xfrm>
          <a:off xmlns:a="http://schemas.openxmlformats.org/drawingml/2006/main" x="609600" y="2724150"/>
          <a:ext xmlns:a="http://schemas.openxmlformats.org/drawingml/2006/main" cx="10953750" cy="2971800"/>
        </p:xfrm>
        <a:graphic xmlns:a="http://schemas.openxmlformats.org/drawingml/2006/main">
          <a:graphicData uri="http://schemas.openxmlformats.org/drawingml/2006/table">
            <a:tbl>
              <a:tblPr/>
              <a:tblGrid>
                <a:gridCol w="1809750"/>
                <a:gridCol w="5048250"/>
                <a:gridCol w="4095750"/>
              </a:tblGrid>
              <a:tr h="495300">
                <a:tc>
                  <a:txBody>
                    <a:bodyPr/>
                    <a:lstStyle/>
                    <a:p>
                      <a:pPr algn="l"/>
                      <a:r>
                        <a:rPr sz="1650" b="1">
                          <a:solidFill>
                            <a:srgbClr val="FFFFFF"/>
                          </a:solidFill>
                          <a:latin typeface="맑은 고딕"/>
                          <a:ea typeface="맑은 고딕"/>
                          <a:cs typeface="맑은 고딕"/>
                        </a:rPr>
                        <a:t>입력 데이터</a:t>
                      </a:r>
                    </a:p>
                  </a:txBody>
                  <a:tcPr marL="95250" marR="76200" marT="57150" marB="57150" anchor="ctr">
                    <a:lnL w="6668">
                      <a:solidFill>
                        <a:srgbClr val="BCD2D7"/>
                      </a:solidFill>
                      <a:prstDash val="solid"/>
                    </a:lnL>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650" b="1">
                          <a:solidFill>
                            <a:srgbClr val="FFFFFF"/>
                          </a:solidFill>
                          <a:latin typeface="맑은 고딕"/>
                          <a:ea typeface="맑은 고딕"/>
                          <a:cs typeface="맑은 고딕"/>
                        </a:rPr>
                        <a:t>모델 예</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650" b="1">
                          <a:solidFill>
                            <a:srgbClr val="FFFFFF"/>
                          </a:solidFill>
                          <a:latin typeface="맑은 고딕"/>
                          <a:ea typeface="맑은 고딕"/>
                          <a:cs typeface="맑은 고딕"/>
                        </a:rPr>
                        <a:t>현재 구현</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r>
              <a:tr h="495300">
                <a:tc>
                  <a:txBody>
                    <a:bodyPr/>
                    <a:lstStyle/>
                    <a:p>
                      <a:pPr algn="l"/>
                      <a:r>
                        <a:rPr sz="1575" b="0">
                          <a:solidFill>
                            <a:srgbClr val="173A49"/>
                          </a:solidFill>
                          <a:latin typeface="맑은 고딕"/>
                          <a:ea typeface="맑은 고딕"/>
                          <a:cs typeface="맑은 고딕"/>
                        </a:rPr>
                        <a:t>센서 표</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Tree·Forest·Boosting, SVM·KNN·MLP 등12종</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실제 비교·제품 묶음·재학습</a:t>
                      </a:r>
                    </a:p>
                  </a:txBody>
                  <a:tcPr marL="95250" marR="76200" marT="57150" marB="57150" anchor="ctr">
                    <a:lnR w="6668">
                      <a:solidFill>
                        <a:srgbClr val="BCD2D7"/>
                      </a:solidFill>
                      <a:prstDash val="solid"/>
                    </a:lnR>
                    <a:lnB w="6668">
                      <a:solidFill>
                        <a:srgbClr val="BCD2D7"/>
                      </a:solidFill>
                      <a:prstDash val="solid"/>
                    </a:lnB>
                    <a:solidFill>
                      <a:srgbClr val="F2F7F8"/>
                    </a:solidFill>
                  </a:tcPr>
                </a:tc>
              </a:tr>
              <a:tr h="495300">
                <a:tc>
                  <a:txBody>
                    <a:bodyPr/>
                    <a:lstStyle/>
                    <a:p>
                      <a:pPr algn="l"/>
                      <a:r>
                        <a:rPr sz="1575" b="0">
                          <a:solidFill>
                            <a:srgbClr val="173A49"/>
                          </a:solidFill>
                          <a:latin typeface="맑은 고딕"/>
                          <a:ea typeface="맑은 고딕"/>
                          <a:cs typeface="맑은 고딕"/>
                        </a:rPr>
                        <a:t>검사 이미지</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FFFFF"/>
                    </a:solidFill>
                  </a:tcPr>
                </a:tc>
                <a:tc>
                  <a:txBody>
                    <a:bodyPr/>
                    <a:lstStyle/>
                    <a:p>
                      <a:pPr algn="l"/>
                      <a:r>
                        <a:rPr sz="1575" b="0">
                          <a:solidFill>
                            <a:srgbClr val="173A49"/>
                          </a:solidFill>
                          <a:latin typeface="맑은 고딕"/>
                          <a:ea typeface="맑은 고딕"/>
                          <a:cs typeface="맑은 고딕"/>
                        </a:rPr>
                        <a:t>축소 ResNet·VGGNet, Autoencoder</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575" b="0">
                          <a:solidFill>
                            <a:srgbClr val="173A49"/>
                          </a:solidFill>
                          <a:latin typeface="맑은 고딕"/>
                          <a:ea typeface="맑은 고딕"/>
                          <a:cs typeface="맑은 고딕"/>
                        </a:rPr>
                        <a:t>실제 학습 비교</a:t>
                      </a:r>
                    </a:p>
                  </a:txBody>
                  <a:tcPr marL="95250" marR="76200" marT="57150" marB="57150" anchor="ctr">
                    <a:lnR w="6668">
                      <a:solidFill>
                        <a:srgbClr val="BCD2D7"/>
                      </a:solidFill>
                      <a:prstDash val="solid"/>
                    </a:lnR>
                    <a:lnB w="6668">
                      <a:solidFill>
                        <a:srgbClr val="BCD2D7"/>
                      </a:solidFill>
                      <a:prstDash val="solid"/>
                    </a:lnB>
                    <a:solidFill>
                      <a:srgbClr val="FFFFFF"/>
                    </a:solidFill>
                  </a:tcPr>
                </a:tc>
              </a:tr>
              <a:tr h="495300">
                <a:tc>
                  <a:txBody>
                    <a:bodyPr/>
                    <a:lstStyle/>
                    <a:p>
                      <a:pPr algn="l"/>
                      <a:r>
                        <a:rPr sz="1575" b="0">
                          <a:solidFill>
                            <a:srgbClr val="173A49"/>
                          </a:solidFill>
                          <a:latin typeface="맑은 고딕"/>
                          <a:ea typeface="맑은 고딕"/>
                          <a:cs typeface="맑은 고딕"/>
                        </a:rPr>
                        <a:t>이미지 추가 후보</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EfficientNet, GAN</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미실행·미구현</a:t>
                      </a:r>
                    </a:p>
                  </a:txBody>
                  <a:tcPr marL="95250" marR="76200" marT="57150" marB="57150" anchor="ctr">
                    <a:lnR w="6668">
                      <a:solidFill>
                        <a:srgbClr val="BCD2D7"/>
                      </a:solidFill>
                      <a:prstDash val="solid"/>
                    </a:lnR>
                    <a:lnB w="6668">
                      <a:solidFill>
                        <a:srgbClr val="BCD2D7"/>
                      </a:solidFill>
                      <a:prstDash val="solid"/>
                    </a:lnB>
                    <a:solidFill>
                      <a:srgbClr val="F2F7F8"/>
                    </a:solidFill>
                  </a:tcPr>
                </a:tc>
              </a:tr>
              <a:tr h="495300">
                <a:tc>
                  <a:txBody>
                    <a:bodyPr/>
                    <a:lstStyle/>
                    <a:p>
                      <a:pPr algn="l"/>
                      <a:r>
                        <a:rPr sz="1575" b="0">
                          <a:solidFill>
                            <a:srgbClr val="173A49"/>
                          </a:solidFill>
                          <a:latin typeface="맑은 고딕"/>
                          <a:ea typeface="맑은 고딕"/>
                          <a:cs typeface="맑은 고딕"/>
                        </a:rPr>
                        <a:t>연속 시계열</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FFFFF"/>
                    </a:solidFill>
                  </a:tcPr>
                </a:tc>
                <a:tc>
                  <a:txBody>
                    <a:bodyPr/>
                    <a:lstStyle/>
                    <a:p>
                      <a:pPr algn="l"/>
                      <a:r>
                        <a:rPr sz="1575" b="0">
                          <a:solidFill>
                            <a:srgbClr val="173A49"/>
                          </a:solidFill>
                          <a:latin typeface="맑은 고딕"/>
                          <a:ea typeface="맑은 고딕"/>
                          <a:cs typeface="맑은 고딕"/>
                        </a:rPr>
                        <a:t>LSTM·ARIMA·Autoencoder</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575" b="0">
                          <a:solidFill>
                            <a:srgbClr val="173A49"/>
                          </a:solidFill>
                          <a:latin typeface="맑은 고딕"/>
                          <a:ea typeface="맑은 고딕"/>
                          <a:cs typeface="맑은 고딕"/>
                        </a:rPr>
                        <a:t>전용 데이터·예측 목표 미준비</a:t>
                      </a:r>
                    </a:p>
                  </a:txBody>
                  <a:tcPr marL="95250" marR="76200" marT="57150" marB="57150" anchor="ctr">
                    <a:lnR w="6668">
                      <a:solidFill>
                        <a:srgbClr val="BCD2D7"/>
                      </a:solidFill>
                      <a:prstDash val="solid"/>
                    </a:lnR>
                    <a:lnB w="6668">
                      <a:solidFill>
                        <a:srgbClr val="BCD2D7"/>
                      </a:solidFill>
                      <a:prstDash val="solid"/>
                    </a:lnB>
                    <a:solidFill>
                      <a:srgbClr val="FFFFFF"/>
                    </a:solidFill>
                  </a:tcPr>
                </a:tc>
              </a:tr>
              <a:tr h="495300">
                <a:tc>
                  <a:txBody>
                    <a:bodyPr/>
                    <a:lstStyle/>
                    <a:p>
                      <a:pPr algn="l"/>
                      <a:r>
                        <a:rPr sz="1575" b="0">
                          <a:solidFill>
                            <a:srgbClr val="173A49"/>
                          </a:solidFill>
                          <a:latin typeface="맑은 고딕"/>
                          <a:ea typeface="맑은 고딕"/>
                          <a:cs typeface="맑은 고딕"/>
                        </a:rPr>
                        <a:t>장비 로그 텍스트</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LSTM·BERT·GPT</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575" b="0">
                          <a:solidFill>
                            <a:srgbClr val="173A49"/>
                          </a:solidFill>
                          <a:latin typeface="맑은 고딕"/>
                          <a:ea typeface="맑은 고딕"/>
                          <a:cs typeface="맑은 고딕"/>
                        </a:rPr>
                        <a:t>로그·정답 데이터 미준비</a:t>
                      </a:r>
                    </a:p>
                  </a:txBody>
                  <a:tcPr marL="95250" marR="76200" marT="57150" marB="57150" anchor="ctr">
                    <a:lnR w="6668">
                      <a:solidFill>
                        <a:srgbClr val="BCD2D7"/>
                      </a:solidFill>
                      <a:prstDash val="solid"/>
                    </a:lnR>
                    <a:lnB w="6668">
                      <a:solidFill>
                        <a:srgbClr val="BCD2D7"/>
                      </a:solidFill>
                      <a:prstDash val="solid"/>
                    </a:lnB>
                    <a:solidFill>
                      <a:srgbClr val="F2F7F8"/>
                    </a:solidFill>
                  </a:tcPr>
                </a:tc>
              </a:tr>
            </a:tbl>
          </a:graphicData>
        </a:graphic>
      </p:graphicFrame>
    </p:spTree>
    <p:extLst>
      <p:ext uri="{BB962C8B-B14F-4D97-AF65-F5344CB8AC3E}">
        <p14:creationId xmlns:p14="http://schemas.microsoft.com/office/powerpoint/2010/main" val="105559177"/>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AC82034-2483-46F9-B02C-54CEB6807D6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47BD585-BDF8-466E-9920-DDF56AB1A830}"/>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03 · 제품 묶음·앙상블의 선택 기준</a:t>
            </a:r>
          </a:p>
        </p:txBody>
      </p:sp>
      <p:sp>
        <p:nvSpPr>
          <p:cNvPr id="4" name="TextBox 3">
            <a:extLst xmlns:a="http://schemas.openxmlformats.org/drawingml/2006/main">
              <a:ext uri="{FF2B5EF4-FFF2-40B4-BE49-F238E27FC236}">
                <a16:creationId xmlns:a16="http://schemas.microsoft.com/office/drawing/2014/main" id="{6504E43C-3BBB-40A6-ABD3-7DE20C09777A}"/>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불량을 놓치지 않으면서, 정상도 지킵니다</a:t>
            </a:r>
          </a:p>
        </p:txBody>
      </p:sp>
      <p:sp>
        <p:nvSpPr>
          <p:cNvPr id="5" name="Rectangle 4">
            <a:extLst xmlns:a="http://schemas.openxmlformats.org/drawingml/2006/main">
              <a:ext uri="{FF2B5EF4-FFF2-40B4-BE49-F238E27FC236}">
                <a16:creationId xmlns:a16="http://schemas.microsoft.com/office/drawing/2014/main" id="{92027455-34D5-49BD-BD28-5874EF199F81}"/>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F7405C4-1B5F-4B43-9D69-2CAC1BD94FB3}"/>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CB3F2025-F5E4-4086-B942-F02AD0E42570}"/>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03 / 17</a:t>
            </a:r>
          </a:p>
        </p:txBody>
      </p:sp>
      <p:sp>
        <p:nvSpPr>
          <p:cNvPr id="8" name="Rounded Rectangle 7">
            <a:extLst xmlns:a="http://schemas.openxmlformats.org/drawingml/2006/main">
              <a:ext uri="{FF2B5EF4-FFF2-40B4-BE49-F238E27FC236}">
                <a16:creationId xmlns:a16="http://schemas.microsoft.com/office/drawing/2014/main" id="{AD108B74-D2F6-44F4-A06B-7D98AA49FB8B}"/>
              </a:ext>
            </a:extLst>
          </p:cNvPr>
          <p:cNvSpPr>
            <a:spLocks xmlns:a="http://schemas.openxmlformats.org/drawingml/2006/main" noGrp="1"/>
          </p:cNvSpPr>
          <p:nvPr/>
        </p:nvSpPr>
        <p:spPr>
          <a:xfrm xmlns:a="http://schemas.openxmlformats.org/drawingml/2006/main">
            <a:off x="658368" y="1885950"/>
            <a:ext cx="5321808" cy="2286000"/>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353597F-B2CE-4FC5-9DC7-E4464FEBBA55}"/>
              </a:ext>
            </a:extLst>
          </p:cNvPr>
          <p:cNvSpPr>
            <a:spLocks xmlns:a="http://schemas.openxmlformats.org/drawingml/2006/main" noGrp="1"/>
          </p:cNvSpPr>
          <p:nvPr/>
        </p:nvSpPr>
        <p:spPr>
          <a:xfrm xmlns:a="http://schemas.openxmlformats.org/drawingml/2006/main">
            <a:off x="859536" y="2057400"/>
            <a:ext cx="4892040" cy="45354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400" b="1">
                <a:solidFill>
                  <a:srgbClr val="147D82"/>
                </a:solidFill>
                <a:latin typeface="맑은 고딕"/>
                <a:ea typeface="맑은 고딕"/>
                <a:cs typeface="맑은 고딕"/>
              </a:defRPr>
            </a:defPPr>
            <a:lvl1pPr algn="l">
              <a:buNone/>
              <a:defRPr sz="2400" b="1">
                <a:solidFill>
                  <a:srgbClr val="147D82"/>
                </a:solidFill>
                <a:latin typeface="맑은 고딕"/>
                <a:ea typeface="맑은 고딕"/>
                <a:cs typeface="맑은 고딕"/>
              </a:defRPr>
            </a:lvl1pPr>
            <a:lvl2pPr algn="l">
              <a:buNone/>
              <a:defRPr sz="2400" b="1">
                <a:solidFill>
                  <a:srgbClr val="147D82"/>
                </a:solidFill>
                <a:latin typeface="맑은 고딕"/>
                <a:ea typeface="맑은 고딕"/>
                <a:cs typeface="맑은 고딕"/>
              </a:defRPr>
            </a:lvl2pPr>
            <a:lvl3pPr algn="l">
              <a:buNone/>
              <a:defRPr sz="2400" b="1">
                <a:solidFill>
                  <a:srgbClr val="147D82"/>
                </a:solidFill>
                <a:latin typeface="맑은 고딕"/>
                <a:ea typeface="맑은 고딕"/>
                <a:cs typeface="맑은 고딕"/>
              </a:defRPr>
            </a:lvl3pPr>
            <a:lvl4pPr algn="l">
              <a:buNone/>
              <a:defRPr sz="2400" b="1">
                <a:solidFill>
                  <a:srgbClr val="147D82"/>
                </a:solidFill>
                <a:latin typeface="맑은 고딕"/>
                <a:ea typeface="맑은 고딕"/>
                <a:cs typeface="맑은 고딕"/>
              </a:defRPr>
            </a:lvl4pPr>
            <a:lvl5pPr algn="l">
              <a:buNone/>
              <a:defRPr sz="2400" b="1">
                <a:solidFill>
                  <a:srgbClr val="147D82"/>
                </a:solidFill>
                <a:latin typeface="맑은 고딕"/>
                <a:ea typeface="맑은 고딕"/>
                <a:cs typeface="맑은 고딕"/>
              </a:defRPr>
            </a:lvl5pPr>
            <a:lvl6pPr algn="l">
              <a:buNone/>
              <a:defRPr sz="2400" b="1">
                <a:solidFill>
                  <a:srgbClr val="147D82"/>
                </a:solidFill>
                <a:latin typeface="맑은 고딕"/>
                <a:ea typeface="맑은 고딕"/>
                <a:cs typeface="맑은 고딕"/>
              </a:defRPr>
            </a:lvl6pPr>
            <a:lvl7pPr algn="l">
              <a:buNone/>
              <a:defRPr sz="2400" b="1">
                <a:solidFill>
                  <a:srgbClr val="147D82"/>
                </a:solidFill>
                <a:latin typeface="맑은 고딕"/>
                <a:ea typeface="맑은 고딕"/>
                <a:cs typeface="맑은 고딕"/>
              </a:defRPr>
            </a:lvl7pPr>
            <a:lvl8pPr algn="l">
              <a:buNone/>
              <a:defRPr sz="2400" b="1">
                <a:solidFill>
                  <a:srgbClr val="147D82"/>
                </a:solidFill>
                <a:latin typeface="맑은 고딕"/>
                <a:ea typeface="맑은 고딕"/>
                <a:cs typeface="맑은 고딕"/>
              </a:defRPr>
            </a:lvl8pPr>
            <a:lvl9pPr algn="l">
              <a:buNone/>
              <a:defRPr sz="24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2400" b="1">
                <a:solidFill>
                  <a:srgbClr val="147D82"/>
                </a:solidFill>
                <a:latin typeface="맑은 고딕"/>
                <a:ea typeface="맑은 고딕"/>
                <a:cs typeface="맑은 고딕"/>
              </a:defRPr>
            </a:pPr>
            <a:r>
              <a:rPr sz="2400" b="1">
                <a:solidFill>
                  <a:srgbClr val="147D82"/>
                </a:solidFill>
                <a:latin typeface="맑은 고딕"/>
                <a:ea typeface="맑은 고딕"/>
                <a:cs typeface="맑은 고딕"/>
              </a:rPr>
              <a:t>불량을 정상으로 놓침</a:t>
            </a:r>
          </a:p>
        </p:txBody>
      </p:sp>
      <p:sp>
        <p:nvSpPr>
          <p:cNvPr id="10" name="TextBox 9">
            <a:extLst xmlns:a="http://schemas.openxmlformats.org/drawingml/2006/main">
              <a:ext uri="{FF2B5EF4-FFF2-40B4-BE49-F238E27FC236}">
                <a16:creationId xmlns:a16="http://schemas.microsoft.com/office/drawing/2014/main" id="{B879DBB6-1D68-4199-B1B0-17981CE64B7B}"/>
              </a:ext>
            </a:extLst>
          </p:cNvPr>
          <p:cNvSpPr>
            <a:spLocks xmlns:a="http://schemas.openxmlformats.org/drawingml/2006/main" noGrp="1"/>
          </p:cNvSpPr>
          <p:nvPr/>
        </p:nvSpPr>
        <p:spPr>
          <a:xfrm xmlns:a="http://schemas.openxmlformats.org/drawingml/2006/main">
            <a:off x="859536" y="2609850"/>
            <a:ext cx="4892040" cy="121704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875">
                <a:solidFill>
                  <a:srgbClr val="173A49"/>
                </a:solidFill>
                <a:latin typeface="맑은 고딕"/>
                <a:ea typeface="맑은 고딕"/>
                <a:cs typeface="맑은 고딕"/>
              </a:defRPr>
            </a:defPPr>
            <a:lvl1pPr algn="l">
              <a:buNone/>
              <a:defRPr sz="1875">
                <a:solidFill>
                  <a:srgbClr val="173A49"/>
                </a:solidFill>
                <a:latin typeface="맑은 고딕"/>
                <a:ea typeface="맑은 고딕"/>
                <a:cs typeface="맑은 고딕"/>
              </a:defRPr>
            </a:lvl1pPr>
            <a:lvl2pPr algn="l">
              <a:buNone/>
              <a:defRPr sz="1875">
                <a:solidFill>
                  <a:srgbClr val="173A49"/>
                </a:solidFill>
                <a:latin typeface="맑은 고딕"/>
                <a:ea typeface="맑은 고딕"/>
                <a:cs typeface="맑은 고딕"/>
              </a:defRPr>
            </a:lvl2pPr>
            <a:lvl3pPr algn="l">
              <a:buNone/>
              <a:defRPr sz="1875">
                <a:solidFill>
                  <a:srgbClr val="173A49"/>
                </a:solidFill>
                <a:latin typeface="맑은 고딕"/>
                <a:ea typeface="맑은 고딕"/>
                <a:cs typeface="맑은 고딕"/>
              </a:defRPr>
            </a:lvl3pPr>
            <a:lvl4pPr algn="l">
              <a:buNone/>
              <a:defRPr sz="1875">
                <a:solidFill>
                  <a:srgbClr val="173A49"/>
                </a:solidFill>
                <a:latin typeface="맑은 고딕"/>
                <a:ea typeface="맑은 고딕"/>
                <a:cs typeface="맑은 고딕"/>
              </a:defRPr>
            </a:lvl4pPr>
            <a:lvl5pPr algn="l">
              <a:buNone/>
              <a:defRPr sz="1875">
                <a:solidFill>
                  <a:srgbClr val="173A49"/>
                </a:solidFill>
                <a:latin typeface="맑은 고딕"/>
                <a:ea typeface="맑은 고딕"/>
                <a:cs typeface="맑은 고딕"/>
              </a:defRPr>
            </a:lvl5pPr>
            <a:lvl6pPr algn="l">
              <a:buNone/>
              <a:defRPr sz="1875">
                <a:solidFill>
                  <a:srgbClr val="173A49"/>
                </a:solidFill>
                <a:latin typeface="맑은 고딕"/>
                <a:ea typeface="맑은 고딕"/>
                <a:cs typeface="맑은 고딕"/>
              </a:defRPr>
            </a:lvl6pPr>
            <a:lvl7pPr algn="l">
              <a:buNone/>
              <a:defRPr sz="1875">
                <a:solidFill>
                  <a:srgbClr val="173A49"/>
                </a:solidFill>
                <a:latin typeface="맑은 고딕"/>
                <a:ea typeface="맑은 고딕"/>
                <a:cs typeface="맑은 고딕"/>
              </a:defRPr>
            </a:lvl7pPr>
            <a:lvl8pPr algn="l">
              <a:buNone/>
              <a:defRPr sz="1875">
                <a:solidFill>
                  <a:srgbClr val="173A49"/>
                </a:solidFill>
                <a:latin typeface="맑은 고딕"/>
                <a:ea typeface="맑은 고딕"/>
                <a:cs typeface="맑은 고딕"/>
              </a:defRPr>
            </a:lvl8pPr>
            <a:lvl9pPr algn="l">
              <a:buNone/>
              <a:defRPr sz="1875">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875" b="0">
                <a:solidFill>
                  <a:srgbClr val="173A49"/>
                </a:solidFill>
                <a:latin typeface="맑은 고딕"/>
                <a:ea typeface="맑은 고딕"/>
                <a:cs typeface="맑은 고딕"/>
              </a:defRPr>
            </a:pPr>
            <a:r>
              <a:rPr sz="1875">
                <a:solidFill>
                  <a:srgbClr val="173A49"/>
                </a:solidFill>
                <a:latin typeface="맑은 고딕"/>
                <a:ea typeface="맑은 고딕"/>
                <a:cs typeface="맑은 고딕"/>
              </a:rPr>
              <a:t>불량이 다음 공정·고객으로</a:t>
            </a:r>
          </a:p>
          <a:p xmlns:a="http://schemas.openxmlformats.org/drawingml/2006/main">
            <a:pPr algn="l">
              <a:lnSpc>
                <a:spcPct val="114000"/>
              </a:lnSpc>
              <a:spcAft>
                <a:spcPts val="800"/>
              </a:spcAft>
              <a:buNone/>
              <a:defRPr sz="1875" b="0">
                <a:solidFill>
                  <a:srgbClr val="173A49"/>
                </a:solidFill>
                <a:latin typeface="맑은 고딕"/>
                <a:ea typeface="맑은 고딕"/>
                <a:cs typeface="맑은 고딕"/>
              </a:defRPr>
            </a:pPr>
            <a:r>
              <a:rPr sz="1875" b="0">
                <a:solidFill>
                  <a:srgbClr val="173A49"/>
                </a:solidFill>
                <a:latin typeface="맑은 고딕"/>
                <a:ea typeface="맑은 고딕"/>
                <a:cs typeface="맑은 고딕"/>
              </a:rPr>
              <a:t>넘어갈 위험이 있습니다.</a:t>
            </a:r>
          </a:p>
          <a:p xmlns:a="http://schemas.openxmlformats.org/drawingml/2006/main">
            <a:pPr algn="l">
              <a:lnSpc>
                <a:spcPct val="114000"/>
              </a:lnSpc>
              <a:spcAft>
                <a:spcPts val="800"/>
              </a:spcAft>
              <a:buNone/>
              <a:defRPr sz="1875" b="0">
                <a:solidFill>
                  <a:srgbClr val="173A49"/>
                </a:solidFill>
                <a:latin typeface="맑은 고딕"/>
                <a:ea typeface="맑은 고딕"/>
                <a:cs typeface="맑은 고딕"/>
              </a:defRPr>
            </a:pPr>
            <a:r>
              <a:rPr sz="1875" b="0">
                <a:solidFill>
                  <a:srgbClr val="173A49"/>
                </a:solidFill>
                <a:latin typeface="맑은 고딕"/>
                <a:ea typeface="맑은 고딕"/>
                <a:cs typeface="맑은 고딕"/>
              </a:rPr>
              <a:t>Recall: 불량100개 중 찾아낸 비율</a:t>
            </a:r>
          </a:p>
        </p:txBody>
      </p:sp>
      <p:sp>
        <p:nvSpPr>
          <p:cNvPr id="11" name="Rounded Rectangle 10">
            <a:extLst xmlns:a="http://schemas.openxmlformats.org/drawingml/2006/main">
              <a:ext uri="{FF2B5EF4-FFF2-40B4-BE49-F238E27FC236}">
                <a16:creationId xmlns:a16="http://schemas.microsoft.com/office/drawing/2014/main" id="{EF02888D-A872-4750-AA03-C55483F7EDAC}"/>
              </a:ext>
            </a:extLst>
          </p:cNvPr>
          <p:cNvSpPr>
            <a:spLocks xmlns:a="http://schemas.openxmlformats.org/drawingml/2006/main" noGrp="1"/>
          </p:cNvSpPr>
          <p:nvPr/>
        </p:nvSpPr>
        <p:spPr>
          <a:xfrm xmlns:a="http://schemas.openxmlformats.org/drawingml/2006/main">
            <a:off x="6217920" y="1885950"/>
            <a:ext cx="5321808" cy="2286000"/>
          </a:xfrm>
          <a:prstGeom xmlns:a="http://schemas.openxmlformats.org/drawingml/2006/main" prst="roundRect">
            <a:avLst>
              <a:gd name="adj" fmla="val 8000"/>
            </a:avLst>
          </a:prstGeom>
          <a:solidFill xmlns:a="http://schemas.openxmlformats.org/drawingml/2006/main">
            <a:srgbClr val="FFF0D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D938CACA-F299-4906-94B8-48BC2406EC5D}"/>
              </a:ext>
            </a:extLst>
          </p:cNvPr>
          <p:cNvSpPr>
            <a:spLocks xmlns:a="http://schemas.openxmlformats.org/drawingml/2006/main" noGrp="1"/>
          </p:cNvSpPr>
          <p:nvPr/>
        </p:nvSpPr>
        <p:spPr>
          <a:xfrm xmlns:a="http://schemas.openxmlformats.org/drawingml/2006/main">
            <a:off x="6419088" y="2057400"/>
            <a:ext cx="4892040" cy="45354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400" b="1">
                <a:solidFill>
                  <a:srgbClr val="173A49"/>
                </a:solidFill>
                <a:latin typeface="맑은 고딕"/>
                <a:ea typeface="맑은 고딕"/>
                <a:cs typeface="맑은 고딕"/>
              </a:defRPr>
            </a:defPPr>
            <a:lvl1pPr algn="l">
              <a:buNone/>
              <a:defRPr sz="2400" b="1">
                <a:solidFill>
                  <a:srgbClr val="173A49"/>
                </a:solidFill>
                <a:latin typeface="맑은 고딕"/>
                <a:ea typeface="맑은 고딕"/>
                <a:cs typeface="맑은 고딕"/>
              </a:defRPr>
            </a:lvl1pPr>
            <a:lvl2pPr algn="l">
              <a:buNone/>
              <a:defRPr sz="2400" b="1">
                <a:solidFill>
                  <a:srgbClr val="173A49"/>
                </a:solidFill>
                <a:latin typeface="맑은 고딕"/>
                <a:ea typeface="맑은 고딕"/>
                <a:cs typeface="맑은 고딕"/>
              </a:defRPr>
            </a:lvl2pPr>
            <a:lvl3pPr algn="l">
              <a:buNone/>
              <a:defRPr sz="2400" b="1">
                <a:solidFill>
                  <a:srgbClr val="173A49"/>
                </a:solidFill>
                <a:latin typeface="맑은 고딕"/>
                <a:ea typeface="맑은 고딕"/>
                <a:cs typeface="맑은 고딕"/>
              </a:defRPr>
            </a:lvl3pPr>
            <a:lvl4pPr algn="l">
              <a:buNone/>
              <a:defRPr sz="2400" b="1">
                <a:solidFill>
                  <a:srgbClr val="173A49"/>
                </a:solidFill>
                <a:latin typeface="맑은 고딕"/>
                <a:ea typeface="맑은 고딕"/>
                <a:cs typeface="맑은 고딕"/>
              </a:defRPr>
            </a:lvl4pPr>
            <a:lvl5pPr algn="l">
              <a:buNone/>
              <a:defRPr sz="2400" b="1">
                <a:solidFill>
                  <a:srgbClr val="173A49"/>
                </a:solidFill>
                <a:latin typeface="맑은 고딕"/>
                <a:ea typeface="맑은 고딕"/>
                <a:cs typeface="맑은 고딕"/>
              </a:defRPr>
            </a:lvl5pPr>
            <a:lvl6pPr algn="l">
              <a:buNone/>
              <a:defRPr sz="2400" b="1">
                <a:solidFill>
                  <a:srgbClr val="173A49"/>
                </a:solidFill>
                <a:latin typeface="맑은 고딕"/>
                <a:ea typeface="맑은 고딕"/>
                <a:cs typeface="맑은 고딕"/>
              </a:defRPr>
            </a:lvl6pPr>
            <a:lvl7pPr algn="l">
              <a:buNone/>
              <a:defRPr sz="2400" b="1">
                <a:solidFill>
                  <a:srgbClr val="173A49"/>
                </a:solidFill>
                <a:latin typeface="맑은 고딕"/>
                <a:ea typeface="맑은 고딕"/>
                <a:cs typeface="맑은 고딕"/>
              </a:defRPr>
            </a:lvl7pPr>
            <a:lvl8pPr algn="l">
              <a:buNone/>
              <a:defRPr sz="2400" b="1">
                <a:solidFill>
                  <a:srgbClr val="173A49"/>
                </a:solidFill>
                <a:latin typeface="맑은 고딕"/>
                <a:ea typeface="맑은 고딕"/>
                <a:cs typeface="맑은 고딕"/>
              </a:defRPr>
            </a:lvl8pPr>
            <a:lvl9pPr algn="l">
              <a:buNone/>
              <a:defRPr sz="24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400" b="1">
                <a:solidFill>
                  <a:srgbClr val="173A49"/>
                </a:solidFill>
                <a:latin typeface="맑은 고딕"/>
                <a:ea typeface="맑은 고딕"/>
                <a:cs typeface="맑은 고딕"/>
              </a:defRPr>
            </a:pPr>
            <a:r>
              <a:rPr sz="2400" b="1">
                <a:solidFill>
                  <a:srgbClr val="173A49"/>
                </a:solidFill>
                <a:latin typeface="맑은 고딕"/>
                <a:ea typeface="맑은 고딕"/>
                <a:cs typeface="맑은 고딕"/>
              </a:rPr>
              <a:t>정상을 불량으로 오판</a:t>
            </a:r>
          </a:p>
        </p:txBody>
      </p:sp>
      <p:sp>
        <p:nvSpPr>
          <p:cNvPr id="13" name="TextBox 12">
            <a:extLst xmlns:a="http://schemas.openxmlformats.org/drawingml/2006/main">
              <a:ext uri="{FF2B5EF4-FFF2-40B4-BE49-F238E27FC236}">
                <a16:creationId xmlns:a16="http://schemas.microsoft.com/office/drawing/2014/main" id="{B53E28F2-56A9-4730-9293-76F5DD57451C}"/>
              </a:ext>
            </a:extLst>
          </p:cNvPr>
          <p:cNvSpPr>
            <a:spLocks xmlns:a="http://schemas.openxmlformats.org/drawingml/2006/main" noGrp="1"/>
          </p:cNvSpPr>
          <p:nvPr/>
        </p:nvSpPr>
        <p:spPr>
          <a:xfrm xmlns:a="http://schemas.openxmlformats.org/drawingml/2006/main">
            <a:off x="6419088" y="2609850"/>
            <a:ext cx="4892040" cy="117795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800">
                <a:solidFill>
                  <a:srgbClr val="173A49"/>
                </a:solidFill>
                <a:latin typeface="맑은 고딕"/>
                <a:ea typeface="맑은 고딕"/>
                <a:cs typeface="맑은 고딕"/>
              </a:defRPr>
            </a:defPPr>
            <a:lvl1pPr algn="l">
              <a:buNone/>
              <a:defRPr sz="1800">
                <a:solidFill>
                  <a:srgbClr val="173A49"/>
                </a:solidFill>
                <a:latin typeface="맑은 고딕"/>
                <a:ea typeface="맑은 고딕"/>
                <a:cs typeface="맑은 고딕"/>
              </a:defRPr>
            </a:lvl1pPr>
            <a:lvl2pPr algn="l">
              <a:buNone/>
              <a:defRPr sz="1800">
                <a:solidFill>
                  <a:srgbClr val="173A49"/>
                </a:solidFill>
                <a:latin typeface="맑은 고딕"/>
                <a:ea typeface="맑은 고딕"/>
                <a:cs typeface="맑은 고딕"/>
              </a:defRPr>
            </a:lvl2pPr>
            <a:lvl3pPr algn="l">
              <a:buNone/>
              <a:defRPr sz="1800">
                <a:solidFill>
                  <a:srgbClr val="173A49"/>
                </a:solidFill>
                <a:latin typeface="맑은 고딕"/>
                <a:ea typeface="맑은 고딕"/>
                <a:cs typeface="맑은 고딕"/>
              </a:defRPr>
            </a:lvl3pPr>
            <a:lvl4pPr algn="l">
              <a:buNone/>
              <a:defRPr sz="1800">
                <a:solidFill>
                  <a:srgbClr val="173A49"/>
                </a:solidFill>
                <a:latin typeface="맑은 고딕"/>
                <a:ea typeface="맑은 고딕"/>
                <a:cs typeface="맑은 고딕"/>
              </a:defRPr>
            </a:lvl4pPr>
            <a:lvl5pPr algn="l">
              <a:buNone/>
              <a:defRPr sz="1800">
                <a:solidFill>
                  <a:srgbClr val="173A49"/>
                </a:solidFill>
                <a:latin typeface="맑은 고딕"/>
                <a:ea typeface="맑은 고딕"/>
                <a:cs typeface="맑은 고딕"/>
              </a:defRPr>
            </a:lvl5pPr>
            <a:lvl6pPr algn="l">
              <a:buNone/>
              <a:defRPr sz="1800">
                <a:solidFill>
                  <a:srgbClr val="173A49"/>
                </a:solidFill>
                <a:latin typeface="맑은 고딕"/>
                <a:ea typeface="맑은 고딕"/>
                <a:cs typeface="맑은 고딕"/>
              </a:defRPr>
            </a:lvl6pPr>
            <a:lvl7pPr algn="l">
              <a:buNone/>
              <a:defRPr sz="1800">
                <a:solidFill>
                  <a:srgbClr val="173A49"/>
                </a:solidFill>
                <a:latin typeface="맑은 고딕"/>
                <a:ea typeface="맑은 고딕"/>
                <a:cs typeface="맑은 고딕"/>
              </a:defRPr>
            </a:lvl7pPr>
            <a:lvl8pPr algn="l">
              <a:buNone/>
              <a:defRPr sz="1800">
                <a:solidFill>
                  <a:srgbClr val="173A49"/>
                </a:solidFill>
                <a:latin typeface="맑은 고딕"/>
                <a:ea typeface="맑은 고딕"/>
                <a:cs typeface="맑은 고딕"/>
              </a:defRPr>
            </a:lvl8pPr>
            <a:lvl9pPr algn="l">
              <a:buNone/>
              <a:defRPr sz="18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800" b="0">
                <a:solidFill>
                  <a:srgbClr val="173A49"/>
                </a:solidFill>
                <a:latin typeface="맑은 고딕"/>
                <a:ea typeface="맑은 고딕"/>
                <a:cs typeface="맑은 고딕"/>
              </a:defRPr>
            </a:pPr>
            <a:r>
              <a:rPr sz="1800">
                <a:solidFill>
                  <a:srgbClr val="173A49"/>
                </a:solidFill>
                <a:latin typeface="맑은 고딕"/>
                <a:ea typeface="맑은 고딕"/>
                <a:cs typeface="맑은 고딕"/>
              </a:rPr>
              <a:t>불필요한 확인·보류가 늘고</a:t>
            </a:r>
          </a:p>
          <a:p xmlns:a="http://schemas.openxmlformats.org/drawingml/2006/main">
            <a:pPr algn="l">
              <a:lnSpc>
                <a:spcPct val="114000"/>
              </a:lnSpc>
              <a:spcAft>
                <a:spcPts val="800"/>
              </a:spcAft>
              <a:buNone/>
              <a:defRPr sz="1800" b="0">
                <a:solidFill>
                  <a:srgbClr val="173A49"/>
                </a:solidFill>
                <a:latin typeface="맑은 고딕"/>
                <a:ea typeface="맑은 고딕"/>
                <a:cs typeface="맑은 고딕"/>
              </a:defRPr>
            </a:pPr>
            <a:r>
              <a:rPr sz="1800" b="0">
                <a:solidFill>
                  <a:srgbClr val="173A49"/>
                </a:solidFill>
                <a:latin typeface="맑은 고딕"/>
                <a:ea typeface="맑은 고딕"/>
                <a:cs typeface="맑은 고딕"/>
              </a:rPr>
              <a:t>정상 제품을 제외할 위험이 있습니다.</a:t>
            </a:r>
          </a:p>
          <a:p xmlns:a="http://schemas.openxmlformats.org/drawingml/2006/main">
            <a:pPr algn="l">
              <a:lnSpc>
                <a:spcPct val="114000"/>
              </a:lnSpc>
              <a:spcAft>
                <a:spcPts val="800"/>
              </a:spcAft>
              <a:buNone/>
              <a:defRPr sz="1800" b="0">
                <a:solidFill>
                  <a:srgbClr val="173A49"/>
                </a:solidFill>
                <a:latin typeface="맑은 고딕"/>
                <a:ea typeface="맑은 고딕"/>
                <a:cs typeface="맑은 고딕"/>
              </a:defRPr>
            </a:pPr>
            <a:r>
              <a:rPr sz="1800" b="0">
                <a:solidFill>
                  <a:srgbClr val="173A49"/>
                </a:solidFill>
                <a:latin typeface="맑은 고딕"/>
                <a:ea typeface="맑은 고딕"/>
                <a:cs typeface="맑은 고딕"/>
              </a:rPr>
              <a:t>정상 오판률: 정상100개 중 잘못 잡은 비율</a:t>
            </a:r>
          </a:p>
        </p:txBody>
      </p:sp>
      <p:sp>
        <p:nvSpPr>
          <p:cNvPr id="14" name="TextBox 13">
            <a:extLst xmlns:a="http://schemas.openxmlformats.org/drawingml/2006/main">
              <a:ext uri="{FF2B5EF4-FFF2-40B4-BE49-F238E27FC236}">
                <a16:creationId xmlns:a16="http://schemas.microsoft.com/office/drawing/2014/main" id="{5D36A391-BA26-4980-8CDE-3AB17EAB27B3}"/>
              </a:ext>
            </a:extLst>
          </p:cNvPr>
          <p:cNvSpPr>
            <a:spLocks xmlns:a="http://schemas.openxmlformats.org/drawingml/2006/main" noGrp="1"/>
          </p:cNvSpPr>
          <p:nvPr/>
        </p:nvSpPr>
        <p:spPr>
          <a:xfrm xmlns:a="http://schemas.openxmlformats.org/drawingml/2006/main">
            <a:off x="731520" y="5353050"/>
            <a:ext cx="10698480" cy="3623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875" b="1">
                <a:solidFill>
                  <a:srgbClr val="173A49"/>
                </a:solidFill>
                <a:latin typeface="맑은 고딕"/>
                <a:ea typeface="맑은 고딕"/>
                <a:cs typeface="맑은 고딕"/>
              </a:defRPr>
            </a:defPPr>
            <a:lvl1pPr algn="l">
              <a:buNone/>
              <a:defRPr sz="1875" b="1">
                <a:solidFill>
                  <a:srgbClr val="173A49"/>
                </a:solidFill>
                <a:latin typeface="맑은 고딕"/>
                <a:ea typeface="맑은 고딕"/>
                <a:cs typeface="맑은 고딕"/>
              </a:defRPr>
            </a:lvl1pPr>
            <a:lvl2pPr algn="l">
              <a:buNone/>
              <a:defRPr sz="1875" b="1">
                <a:solidFill>
                  <a:srgbClr val="173A49"/>
                </a:solidFill>
                <a:latin typeface="맑은 고딕"/>
                <a:ea typeface="맑은 고딕"/>
                <a:cs typeface="맑은 고딕"/>
              </a:defRPr>
            </a:lvl2pPr>
            <a:lvl3pPr algn="l">
              <a:buNone/>
              <a:defRPr sz="1875" b="1">
                <a:solidFill>
                  <a:srgbClr val="173A49"/>
                </a:solidFill>
                <a:latin typeface="맑은 고딕"/>
                <a:ea typeface="맑은 고딕"/>
                <a:cs typeface="맑은 고딕"/>
              </a:defRPr>
            </a:lvl3pPr>
            <a:lvl4pPr algn="l">
              <a:buNone/>
              <a:defRPr sz="1875" b="1">
                <a:solidFill>
                  <a:srgbClr val="173A49"/>
                </a:solidFill>
                <a:latin typeface="맑은 고딕"/>
                <a:ea typeface="맑은 고딕"/>
                <a:cs typeface="맑은 고딕"/>
              </a:defRPr>
            </a:lvl4pPr>
            <a:lvl5pPr algn="l">
              <a:buNone/>
              <a:defRPr sz="1875" b="1">
                <a:solidFill>
                  <a:srgbClr val="173A49"/>
                </a:solidFill>
                <a:latin typeface="맑은 고딕"/>
                <a:ea typeface="맑은 고딕"/>
                <a:cs typeface="맑은 고딕"/>
              </a:defRPr>
            </a:lvl5pPr>
            <a:lvl6pPr algn="l">
              <a:buNone/>
              <a:defRPr sz="1875" b="1">
                <a:solidFill>
                  <a:srgbClr val="173A49"/>
                </a:solidFill>
                <a:latin typeface="맑은 고딕"/>
                <a:ea typeface="맑은 고딕"/>
                <a:cs typeface="맑은 고딕"/>
              </a:defRPr>
            </a:lvl6pPr>
            <a:lvl7pPr algn="l">
              <a:buNone/>
              <a:defRPr sz="1875" b="1">
                <a:solidFill>
                  <a:srgbClr val="173A49"/>
                </a:solidFill>
                <a:latin typeface="맑은 고딕"/>
                <a:ea typeface="맑은 고딕"/>
                <a:cs typeface="맑은 고딕"/>
              </a:defRPr>
            </a:lvl7pPr>
            <a:lvl8pPr algn="l">
              <a:buNone/>
              <a:defRPr sz="1875" b="1">
                <a:solidFill>
                  <a:srgbClr val="173A49"/>
                </a:solidFill>
                <a:latin typeface="맑은 고딕"/>
                <a:ea typeface="맑은 고딕"/>
                <a:cs typeface="맑은 고딕"/>
              </a:defRPr>
            </a:lvl8pPr>
            <a:lvl9pPr algn="l">
              <a:buNone/>
              <a:defRPr sz="1875"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875" b="1">
                <a:solidFill>
                  <a:srgbClr val="173A49"/>
                </a:solidFill>
                <a:latin typeface="맑은 고딕"/>
                <a:ea typeface="맑은 고딕"/>
                <a:cs typeface="맑은 고딕"/>
              </a:defRPr>
            </a:pPr>
            <a:r>
              <a:rPr sz="1875" b="1">
                <a:solidFill>
                  <a:srgbClr val="173A49"/>
                </a:solidFill>
                <a:latin typeface="맑은 고딕"/>
                <a:ea typeface="맑은 고딕"/>
                <a:cs typeface="맑은 고딕"/>
              </a:rPr>
              <a:t>시연 목표: Recall90% 이상 · 정상 오판률15% 이하 (교육용 수치)</a:t>
            </a:r>
          </a:p>
        </p:txBody>
      </p:sp>
      <p:sp>
        <p:nvSpPr>
          <p:cNvPr id="15" name="TextBox 14">
            <a:extLst xmlns:a="http://schemas.openxmlformats.org/drawingml/2006/main">
              <a:ext uri="{FF2B5EF4-FFF2-40B4-BE49-F238E27FC236}">
                <a16:creationId xmlns:a16="http://schemas.microsoft.com/office/drawing/2014/main" id="{50418AAC-605E-41FF-AF16-DBA9CA75A8C5}"/>
              </a:ext>
            </a:extLst>
          </p:cNvPr>
          <p:cNvSpPr>
            <a:spLocks xmlns:a="http://schemas.openxmlformats.org/drawingml/2006/main" noGrp="1"/>
          </p:cNvSpPr>
          <p:nvPr/>
        </p:nvSpPr>
        <p:spPr>
          <a:xfrm xmlns:a="http://schemas.openxmlformats.org/drawingml/2006/main">
            <a:off x="731520" y="4391025"/>
            <a:ext cx="1069848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b="1">
                <a:solidFill>
                  <a:srgbClr val="147D82"/>
                </a:solidFill>
                <a:latin typeface="맑은 고딕"/>
                <a:ea typeface="맑은 고딕"/>
                <a:cs typeface="맑은 고딕"/>
              </a:defRPr>
            </a:defPPr>
            <a:lvl1pPr algn="l">
              <a:buNone/>
              <a:defRPr sz="2100" b="1">
                <a:solidFill>
                  <a:srgbClr val="147D82"/>
                </a:solidFill>
                <a:latin typeface="맑은 고딕"/>
                <a:ea typeface="맑은 고딕"/>
                <a:cs typeface="맑은 고딕"/>
              </a:defRPr>
            </a:lvl1pPr>
            <a:lvl2pPr algn="l">
              <a:buNone/>
              <a:defRPr sz="2100" b="1">
                <a:solidFill>
                  <a:srgbClr val="147D82"/>
                </a:solidFill>
                <a:latin typeface="맑은 고딕"/>
                <a:ea typeface="맑은 고딕"/>
                <a:cs typeface="맑은 고딕"/>
              </a:defRPr>
            </a:lvl2pPr>
            <a:lvl3pPr algn="l">
              <a:buNone/>
              <a:defRPr sz="2100" b="1">
                <a:solidFill>
                  <a:srgbClr val="147D82"/>
                </a:solidFill>
                <a:latin typeface="맑은 고딕"/>
                <a:ea typeface="맑은 고딕"/>
                <a:cs typeface="맑은 고딕"/>
              </a:defRPr>
            </a:lvl3pPr>
            <a:lvl4pPr algn="l">
              <a:buNone/>
              <a:defRPr sz="2100" b="1">
                <a:solidFill>
                  <a:srgbClr val="147D82"/>
                </a:solidFill>
                <a:latin typeface="맑은 고딕"/>
                <a:ea typeface="맑은 고딕"/>
                <a:cs typeface="맑은 고딕"/>
              </a:defRPr>
            </a:lvl4pPr>
            <a:lvl5pPr algn="l">
              <a:buNone/>
              <a:defRPr sz="2100" b="1">
                <a:solidFill>
                  <a:srgbClr val="147D82"/>
                </a:solidFill>
                <a:latin typeface="맑은 고딕"/>
                <a:ea typeface="맑은 고딕"/>
                <a:cs typeface="맑은 고딕"/>
              </a:defRPr>
            </a:lvl5pPr>
            <a:lvl6pPr algn="l">
              <a:buNone/>
              <a:defRPr sz="2100" b="1">
                <a:solidFill>
                  <a:srgbClr val="147D82"/>
                </a:solidFill>
                <a:latin typeface="맑은 고딕"/>
                <a:ea typeface="맑은 고딕"/>
                <a:cs typeface="맑은 고딕"/>
              </a:defRPr>
            </a:lvl6pPr>
            <a:lvl7pPr algn="l">
              <a:buNone/>
              <a:defRPr sz="2100" b="1">
                <a:solidFill>
                  <a:srgbClr val="147D82"/>
                </a:solidFill>
                <a:latin typeface="맑은 고딕"/>
                <a:ea typeface="맑은 고딕"/>
                <a:cs typeface="맑은 고딕"/>
              </a:defRPr>
            </a:lvl7pPr>
            <a:lvl8pPr algn="l">
              <a:buNone/>
              <a:defRPr sz="2100" b="1">
                <a:solidFill>
                  <a:srgbClr val="147D82"/>
                </a:solidFill>
                <a:latin typeface="맑은 고딕"/>
                <a:ea typeface="맑은 고딕"/>
                <a:cs typeface="맑은 고딕"/>
              </a:defRPr>
            </a:lvl8pPr>
            <a:lvl9pPr algn="l">
              <a:buNone/>
              <a:defRPr sz="21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2100" b="1">
                <a:solidFill>
                  <a:srgbClr val="147D82"/>
                </a:solidFill>
                <a:latin typeface="맑은 고딕"/>
                <a:ea typeface="맑은 고딕"/>
                <a:cs typeface="맑은 고딕"/>
              </a:defRPr>
            </a:pPr>
            <a:r>
              <a:rPr sz="2100" b="1">
                <a:solidFill>
                  <a:srgbClr val="147D82"/>
                </a:solidFill>
                <a:latin typeface="맑은 고딕"/>
                <a:ea typeface="맑은 고딕"/>
                <a:cs typeface="맑은 고딕"/>
              </a:rPr>
              <a:t>정상 오판을 제한한 뒤, 불량을 가장 많이 찾는 모델 선택</a:t>
            </a:r>
          </a:p>
        </p:txBody>
      </p:sp>
      <p:sp>
        <p:nvSpPr>
          <p:cNvPr id="16" name="TextBox 15">
            <a:extLst xmlns:a="http://schemas.openxmlformats.org/drawingml/2006/main">
              <a:ext uri="{FF2B5EF4-FFF2-40B4-BE49-F238E27FC236}">
                <a16:creationId xmlns:a16="http://schemas.microsoft.com/office/drawing/2014/main" id="{9C50AF9B-0CD5-48D5-914F-A5796F3A20CB}"/>
              </a:ext>
            </a:extLst>
          </p:cNvPr>
          <p:cNvSpPr>
            <a:spLocks xmlns:a="http://schemas.openxmlformats.org/drawingml/2006/main" noGrp="1"/>
          </p:cNvSpPr>
          <p:nvPr/>
        </p:nvSpPr>
        <p:spPr>
          <a:xfrm xmlns:a="http://schemas.openxmlformats.org/drawingml/2006/main">
            <a:off x="731520" y="4886325"/>
            <a:ext cx="10698480" cy="33627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725">
                <a:solidFill>
                  <a:srgbClr val="617681"/>
                </a:solidFill>
                <a:latin typeface="맑은 고딕"/>
                <a:ea typeface="맑은 고딕"/>
                <a:cs typeface="맑은 고딕"/>
              </a:defRPr>
            </a:defPPr>
            <a:lvl1pPr algn="l">
              <a:buNone/>
              <a:defRPr sz="1725">
                <a:solidFill>
                  <a:srgbClr val="617681"/>
                </a:solidFill>
                <a:latin typeface="맑은 고딕"/>
                <a:ea typeface="맑은 고딕"/>
                <a:cs typeface="맑은 고딕"/>
              </a:defRPr>
            </a:lvl1pPr>
            <a:lvl2pPr algn="l">
              <a:buNone/>
              <a:defRPr sz="1725">
                <a:solidFill>
                  <a:srgbClr val="617681"/>
                </a:solidFill>
                <a:latin typeface="맑은 고딕"/>
                <a:ea typeface="맑은 고딕"/>
                <a:cs typeface="맑은 고딕"/>
              </a:defRPr>
            </a:lvl2pPr>
            <a:lvl3pPr algn="l">
              <a:buNone/>
              <a:defRPr sz="1725">
                <a:solidFill>
                  <a:srgbClr val="617681"/>
                </a:solidFill>
                <a:latin typeface="맑은 고딕"/>
                <a:ea typeface="맑은 고딕"/>
                <a:cs typeface="맑은 고딕"/>
              </a:defRPr>
            </a:lvl3pPr>
            <a:lvl4pPr algn="l">
              <a:buNone/>
              <a:defRPr sz="1725">
                <a:solidFill>
                  <a:srgbClr val="617681"/>
                </a:solidFill>
                <a:latin typeface="맑은 고딕"/>
                <a:ea typeface="맑은 고딕"/>
                <a:cs typeface="맑은 고딕"/>
              </a:defRPr>
            </a:lvl4pPr>
            <a:lvl5pPr algn="l">
              <a:buNone/>
              <a:defRPr sz="1725">
                <a:solidFill>
                  <a:srgbClr val="617681"/>
                </a:solidFill>
                <a:latin typeface="맑은 고딕"/>
                <a:ea typeface="맑은 고딕"/>
                <a:cs typeface="맑은 고딕"/>
              </a:defRPr>
            </a:lvl5pPr>
            <a:lvl6pPr algn="l">
              <a:buNone/>
              <a:defRPr sz="1725">
                <a:solidFill>
                  <a:srgbClr val="617681"/>
                </a:solidFill>
                <a:latin typeface="맑은 고딕"/>
                <a:ea typeface="맑은 고딕"/>
                <a:cs typeface="맑은 고딕"/>
              </a:defRPr>
            </a:lvl6pPr>
            <a:lvl7pPr algn="l">
              <a:buNone/>
              <a:defRPr sz="1725">
                <a:solidFill>
                  <a:srgbClr val="617681"/>
                </a:solidFill>
                <a:latin typeface="맑은 고딕"/>
                <a:ea typeface="맑은 고딕"/>
                <a:cs typeface="맑은 고딕"/>
              </a:defRPr>
            </a:lvl7pPr>
            <a:lvl8pPr algn="l">
              <a:buNone/>
              <a:defRPr sz="1725">
                <a:solidFill>
                  <a:srgbClr val="617681"/>
                </a:solidFill>
                <a:latin typeface="맑은 고딕"/>
                <a:ea typeface="맑은 고딕"/>
                <a:cs typeface="맑은 고딕"/>
              </a:defRPr>
            </a:lvl8pPr>
            <a:lvl9pPr algn="l">
              <a:buNone/>
              <a:defRPr sz="1725">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725" b="0">
                <a:solidFill>
                  <a:srgbClr val="617681"/>
                </a:solidFill>
                <a:latin typeface="맑은 고딕"/>
                <a:ea typeface="맑은 고딕"/>
                <a:cs typeface="맑은 고딕"/>
              </a:defRPr>
            </a:pPr>
            <a:r>
              <a:rPr sz="1725">
                <a:solidFill>
                  <a:srgbClr val="617681"/>
                </a:solidFill>
                <a:latin typeface="맑은 고딕"/>
                <a:ea typeface="맑은 고딕"/>
                <a:cs typeface="맑은 고딕"/>
              </a:rPr>
              <a:t>동률이면 F1: 불량을 잘 찾고, 불량 판정도 정확한지 함께 확인</a:t>
            </a:r>
          </a:p>
        </p:txBody>
      </p:sp>
      <p:sp>
        <p:nvSpPr>
          <p:cNvPr id="17" name="TextBox 16">
            <a:extLst xmlns:a="http://schemas.openxmlformats.org/drawingml/2006/main">
              <a:ext uri="{FF2B5EF4-FFF2-40B4-BE49-F238E27FC236}">
                <a16:creationId xmlns:a16="http://schemas.microsoft.com/office/drawing/2014/main" id="{7943FE2D-746C-4CC5-9AE0-D0C59DC384D3}"/>
              </a:ext>
            </a:extLst>
          </p:cNvPr>
          <p:cNvSpPr>
            <a:spLocks xmlns:a="http://schemas.openxmlformats.org/drawingml/2006/main" noGrp="1"/>
          </p:cNvSpPr>
          <p:nvPr/>
        </p:nvSpPr>
        <p:spPr>
          <a:xfrm xmlns:a="http://schemas.openxmlformats.org/drawingml/2006/main">
            <a:off x="731520" y="5800725"/>
            <a:ext cx="10698480" cy="31021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575">
                <a:solidFill>
                  <a:srgbClr val="617681"/>
                </a:solidFill>
                <a:latin typeface="맑은 고딕"/>
                <a:ea typeface="맑은 고딕"/>
                <a:cs typeface="맑은 고딕"/>
              </a:defRPr>
            </a:defPPr>
            <a:lvl1pPr algn="l">
              <a:buNone/>
              <a:defRPr sz="1575">
                <a:solidFill>
                  <a:srgbClr val="617681"/>
                </a:solidFill>
                <a:latin typeface="맑은 고딕"/>
                <a:ea typeface="맑은 고딕"/>
                <a:cs typeface="맑은 고딕"/>
              </a:defRPr>
            </a:lvl1pPr>
            <a:lvl2pPr algn="l">
              <a:buNone/>
              <a:defRPr sz="1575">
                <a:solidFill>
                  <a:srgbClr val="617681"/>
                </a:solidFill>
                <a:latin typeface="맑은 고딕"/>
                <a:ea typeface="맑은 고딕"/>
                <a:cs typeface="맑은 고딕"/>
              </a:defRPr>
            </a:lvl2pPr>
            <a:lvl3pPr algn="l">
              <a:buNone/>
              <a:defRPr sz="1575">
                <a:solidFill>
                  <a:srgbClr val="617681"/>
                </a:solidFill>
                <a:latin typeface="맑은 고딕"/>
                <a:ea typeface="맑은 고딕"/>
                <a:cs typeface="맑은 고딕"/>
              </a:defRPr>
            </a:lvl3pPr>
            <a:lvl4pPr algn="l">
              <a:buNone/>
              <a:defRPr sz="1575">
                <a:solidFill>
                  <a:srgbClr val="617681"/>
                </a:solidFill>
                <a:latin typeface="맑은 고딕"/>
                <a:ea typeface="맑은 고딕"/>
                <a:cs typeface="맑은 고딕"/>
              </a:defRPr>
            </a:lvl4pPr>
            <a:lvl5pPr algn="l">
              <a:buNone/>
              <a:defRPr sz="1575">
                <a:solidFill>
                  <a:srgbClr val="617681"/>
                </a:solidFill>
                <a:latin typeface="맑은 고딕"/>
                <a:ea typeface="맑은 고딕"/>
                <a:cs typeface="맑은 고딕"/>
              </a:defRPr>
            </a:lvl5pPr>
            <a:lvl6pPr algn="l">
              <a:buNone/>
              <a:defRPr sz="1575">
                <a:solidFill>
                  <a:srgbClr val="617681"/>
                </a:solidFill>
                <a:latin typeface="맑은 고딕"/>
                <a:ea typeface="맑은 고딕"/>
                <a:cs typeface="맑은 고딕"/>
              </a:defRPr>
            </a:lvl6pPr>
            <a:lvl7pPr algn="l">
              <a:buNone/>
              <a:defRPr sz="1575">
                <a:solidFill>
                  <a:srgbClr val="617681"/>
                </a:solidFill>
                <a:latin typeface="맑은 고딕"/>
                <a:ea typeface="맑은 고딕"/>
                <a:cs typeface="맑은 고딕"/>
              </a:defRPr>
            </a:lvl7pPr>
            <a:lvl8pPr algn="l">
              <a:buNone/>
              <a:defRPr sz="1575">
                <a:solidFill>
                  <a:srgbClr val="617681"/>
                </a:solidFill>
                <a:latin typeface="맑은 고딕"/>
                <a:ea typeface="맑은 고딕"/>
                <a:cs typeface="맑은 고딕"/>
              </a:defRPr>
            </a:lvl8pPr>
            <a:lvl9pPr algn="l">
              <a:buNone/>
              <a:defRPr sz="1575">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575" b="0">
                <a:solidFill>
                  <a:srgbClr val="617681"/>
                </a:solidFill>
                <a:latin typeface="맑은 고딕"/>
                <a:ea typeface="맑은 고딕"/>
                <a:cs typeface="맑은 고딕"/>
              </a:defRPr>
            </a:pPr>
            <a:r>
              <a:rPr sz="1575">
                <a:solidFill>
                  <a:srgbClr val="617681"/>
                </a:solidFill>
                <a:latin typeface="맑은 고딕"/>
                <a:ea typeface="맑은 고딕"/>
                <a:cs typeface="맑은 고딕"/>
              </a:rPr>
              <a:t>전부 불량으로 판정하면 Recall100%지만, 정상 오판도100%입니다.</a:t>
            </a:r>
          </a:p>
        </p:txBody>
      </p:sp>
    </p:spTree>
    <p:extLst>
      <p:ext uri="{BB962C8B-B14F-4D97-AF65-F5344CB8AC3E}">
        <p14:creationId xmlns:p14="http://schemas.microsoft.com/office/powerpoint/2010/main" val="1336692684"/>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69F3ED5-CC64-4926-8E5D-8311DF0174BB}"/>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8E83437-0164-47DA-89FD-8825B06D057C}"/>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04 · 실제 화면 | 데이터의 출처와 실측 결과를 구분</a:t>
            </a:r>
          </a:p>
        </p:txBody>
      </p:sp>
      <p:sp>
        <p:nvSpPr>
          <p:cNvPr id="4" name="TextBox 3">
            <a:extLst xmlns:a="http://schemas.openxmlformats.org/drawingml/2006/main">
              <a:ext uri="{FF2B5EF4-FFF2-40B4-BE49-F238E27FC236}">
                <a16:creationId xmlns:a16="http://schemas.microsoft.com/office/drawing/2014/main" id="{FCD46FCC-963F-4BD9-8B41-9EF39EC93539}"/>
              </a:ext>
            </a:extLst>
          </p:cNvPr>
          <p:cNvSpPr>
            <a:spLocks xmlns:a="http://schemas.openxmlformats.org/drawingml/2006/main" noGrp="1"/>
          </p:cNvSpPr>
          <p:nvPr/>
        </p:nvSpPr>
        <p:spPr>
          <a:xfrm xmlns:a="http://schemas.openxmlformats.org/drawingml/2006/main">
            <a:off x="594360" y="832104"/>
            <a:ext cx="10972800" cy="100584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① 검사 데이터를 선택합니다</a:t>
            </a:r>
          </a:p>
        </p:txBody>
      </p:sp>
      <p:sp>
        <p:nvSpPr>
          <p:cNvPr id="5" name="Rectangle 4">
            <a:extLst xmlns:a="http://schemas.openxmlformats.org/drawingml/2006/main">
              <a:ext uri="{FF2B5EF4-FFF2-40B4-BE49-F238E27FC236}">
                <a16:creationId xmlns:a16="http://schemas.microsoft.com/office/drawing/2014/main" id="{9E0648B5-5C5D-46CF-8E03-E9FB2D10D175}"/>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7CD0E46-B799-4A3F-B532-A1C32865E581}"/>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BE97242E-EFB0-40D4-847D-976A977D7CE9}"/>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04 / 17</a:t>
            </a:r>
          </a:p>
        </p:txBody>
      </p:sp>
      <p:sp>
        <p:nvSpPr>
          <p:cNvPr id="8" name="TextBox 7">
            <a:extLst xmlns:a="http://schemas.openxmlformats.org/drawingml/2006/main">
              <a:ext uri="{FF2B5EF4-FFF2-40B4-BE49-F238E27FC236}">
                <a16:creationId xmlns:a16="http://schemas.microsoft.com/office/drawing/2014/main" id="{B200172B-384F-42F4-BF13-480EC16B5277}"/>
              </a:ext>
            </a:extLst>
          </p:cNvPr>
          <p:cNvSpPr>
            <a:spLocks xmlns:a="http://schemas.openxmlformats.org/drawingml/2006/main" noGrp="1"/>
          </p:cNvSpPr>
          <p:nvPr/>
        </p:nvSpPr>
        <p:spPr>
          <a:xfrm xmlns:a="http://schemas.openxmlformats.org/drawingml/2006/main">
            <a:off x="658368" y="2057400"/>
            <a:ext cx="4526280" cy="80101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200" b="1">
                <a:solidFill>
                  <a:srgbClr val="173A49"/>
                </a:solidFill>
                <a:latin typeface="맑은 고딕"/>
                <a:ea typeface="맑은 고딕"/>
                <a:cs typeface="맑은 고딕"/>
              </a:defRPr>
            </a:defPPr>
            <a:lvl1pPr algn="l">
              <a:defRPr sz="2200" b="1">
                <a:solidFill>
                  <a:srgbClr val="173A49"/>
                </a:solidFill>
                <a:latin typeface="맑은 고딕"/>
                <a:ea typeface="맑은 고딕"/>
                <a:cs typeface="맑은 고딕"/>
              </a:defRPr>
            </a:lvl1pPr>
            <a:lvl2pPr algn="l">
              <a:defRPr sz="2200" b="1">
                <a:solidFill>
                  <a:srgbClr val="173A49"/>
                </a:solidFill>
                <a:latin typeface="맑은 고딕"/>
                <a:ea typeface="맑은 고딕"/>
                <a:cs typeface="맑은 고딕"/>
              </a:defRPr>
            </a:lvl2pPr>
            <a:lvl3pPr algn="l">
              <a:defRPr sz="2200" b="1">
                <a:solidFill>
                  <a:srgbClr val="173A49"/>
                </a:solidFill>
                <a:latin typeface="맑은 고딕"/>
                <a:ea typeface="맑은 고딕"/>
                <a:cs typeface="맑은 고딕"/>
              </a:defRPr>
            </a:lvl3pPr>
            <a:lvl4pPr algn="l">
              <a:defRPr sz="2200" b="1">
                <a:solidFill>
                  <a:srgbClr val="173A49"/>
                </a:solidFill>
                <a:latin typeface="맑은 고딕"/>
                <a:ea typeface="맑은 고딕"/>
                <a:cs typeface="맑은 고딕"/>
              </a:defRPr>
            </a:lvl4pPr>
            <a:lvl5pPr algn="l">
              <a:defRPr sz="2200" b="1">
                <a:solidFill>
                  <a:srgbClr val="173A49"/>
                </a:solidFill>
                <a:latin typeface="맑은 고딕"/>
                <a:ea typeface="맑은 고딕"/>
                <a:cs typeface="맑은 고딕"/>
              </a:defRPr>
            </a:lvl5pPr>
            <a:lvl6pPr algn="l">
              <a:defRPr sz="2200" b="1">
                <a:solidFill>
                  <a:srgbClr val="173A49"/>
                </a:solidFill>
                <a:latin typeface="맑은 고딕"/>
                <a:ea typeface="맑은 고딕"/>
                <a:cs typeface="맑은 고딕"/>
              </a:defRPr>
            </a:lvl6pPr>
            <a:lvl7pPr algn="l">
              <a:defRPr sz="2200" b="1">
                <a:solidFill>
                  <a:srgbClr val="173A49"/>
                </a:solidFill>
                <a:latin typeface="맑은 고딕"/>
                <a:ea typeface="맑은 고딕"/>
                <a:cs typeface="맑은 고딕"/>
              </a:defRPr>
            </a:lvl7pPr>
            <a:lvl8pPr algn="l">
              <a:defRPr sz="2200" b="1">
                <a:solidFill>
                  <a:srgbClr val="173A49"/>
                </a:solidFill>
                <a:latin typeface="맑은 고딕"/>
                <a:ea typeface="맑은 고딕"/>
                <a:cs typeface="맑은 고딕"/>
              </a:defRPr>
            </a:lvl8pPr>
            <a:lvl9pPr algn="l">
              <a:defRPr sz="2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200" b="1">
                <a:solidFill>
                  <a:srgbClr val="173A49"/>
                </a:solidFill>
                <a:latin typeface="맑은 고딕"/>
                <a:ea typeface="맑은 고딕"/>
                <a:cs typeface="맑은 고딕"/>
              </a:defRPr>
            </a:pPr>
            <a:r>
              <a:rPr sz="2200" b="1">
                <a:solidFill>
                  <a:srgbClr val="173A49"/>
                </a:solidFill>
                <a:latin typeface="맑은 고딕"/>
                <a:ea typeface="맑은 고딕"/>
                <a:cs typeface="맑은 고딕"/>
              </a:rPr>
              <a:t>오늘 본문: 합성 센서1,280건 · 제품 A–D는 가상 이름</a:t>
            </a:r>
          </a:p>
        </p:txBody>
      </p:sp>
      <p:sp>
        <p:nvSpPr>
          <p:cNvPr id="9" name="TextBox 8">
            <a:extLst xmlns:a="http://schemas.openxmlformats.org/drawingml/2006/main">
              <a:ext uri="{FF2B5EF4-FFF2-40B4-BE49-F238E27FC236}">
                <a16:creationId xmlns:a16="http://schemas.microsoft.com/office/drawing/2014/main" id="{07B2D0EF-0EDF-4A17-B212-3B808C4CDB9C}"/>
              </a:ext>
            </a:extLst>
          </p:cNvPr>
          <p:cNvSpPr>
            <a:spLocks xmlns:a="http://schemas.openxmlformats.org/drawingml/2006/main" noGrp="1"/>
          </p:cNvSpPr>
          <p:nvPr/>
        </p:nvSpPr>
        <p:spPr>
          <a:xfrm xmlns:a="http://schemas.openxmlformats.org/drawingml/2006/main">
            <a:off x="658368" y="2935224"/>
            <a:ext cx="452628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900">
                <a:solidFill>
                  <a:srgbClr val="617681"/>
                </a:solidFill>
                <a:latin typeface="맑은 고딕"/>
                <a:ea typeface="맑은 고딕"/>
                <a:cs typeface="맑은 고딕"/>
              </a:defRPr>
            </a:defPPr>
            <a:lvl1pPr algn="l">
              <a:defRPr sz="1900">
                <a:solidFill>
                  <a:srgbClr val="617681"/>
                </a:solidFill>
                <a:latin typeface="맑은 고딕"/>
                <a:ea typeface="맑은 고딕"/>
                <a:cs typeface="맑은 고딕"/>
              </a:defRPr>
            </a:lvl1pPr>
            <a:lvl2pPr algn="l">
              <a:defRPr sz="1900">
                <a:solidFill>
                  <a:srgbClr val="617681"/>
                </a:solidFill>
                <a:latin typeface="맑은 고딕"/>
                <a:ea typeface="맑은 고딕"/>
                <a:cs typeface="맑은 고딕"/>
              </a:defRPr>
            </a:lvl2pPr>
            <a:lvl3pPr algn="l">
              <a:defRPr sz="1900">
                <a:solidFill>
                  <a:srgbClr val="617681"/>
                </a:solidFill>
                <a:latin typeface="맑은 고딕"/>
                <a:ea typeface="맑은 고딕"/>
                <a:cs typeface="맑은 고딕"/>
              </a:defRPr>
            </a:lvl3pPr>
            <a:lvl4pPr algn="l">
              <a:defRPr sz="1900">
                <a:solidFill>
                  <a:srgbClr val="617681"/>
                </a:solidFill>
                <a:latin typeface="맑은 고딕"/>
                <a:ea typeface="맑은 고딕"/>
                <a:cs typeface="맑은 고딕"/>
              </a:defRPr>
            </a:lvl4pPr>
            <a:lvl5pPr algn="l">
              <a:defRPr sz="1900">
                <a:solidFill>
                  <a:srgbClr val="617681"/>
                </a:solidFill>
                <a:latin typeface="맑은 고딕"/>
                <a:ea typeface="맑은 고딕"/>
                <a:cs typeface="맑은 고딕"/>
              </a:defRPr>
            </a:lvl5pPr>
            <a:lvl6pPr algn="l">
              <a:defRPr sz="1900">
                <a:solidFill>
                  <a:srgbClr val="617681"/>
                </a:solidFill>
                <a:latin typeface="맑은 고딕"/>
                <a:ea typeface="맑은 고딕"/>
                <a:cs typeface="맑은 고딕"/>
              </a:defRPr>
            </a:lvl6pPr>
            <a:lvl7pPr algn="l">
              <a:defRPr sz="1900">
                <a:solidFill>
                  <a:srgbClr val="617681"/>
                </a:solidFill>
                <a:latin typeface="맑은 고딕"/>
                <a:ea typeface="맑은 고딕"/>
                <a:cs typeface="맑은 고딕"/>
              </a:defRPr>
            </a:lvl7pPr>
            <a:lvl8pPr algn="l">
              <a:defRPr sz="1900">
                <a:solidFill>
                  <a:srgbClr val="617681"/>
                </a:solidFill>
                <a:latin typeface="맑은 고딕"/>
                <a:ea typeface="맑은 고딕"/>
                <a:cs typeface="맑은 고딕"/>
              </a:defRPr>
            </a:lvl8pPr>
            <a:lvl9pPr algn="l">
              <a:defRPr sz="19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900" b="0">
                <a:solidFill>
                  <a:srgbClr val="617681"/>
                </a:solidFill>
                <a:latin typeface="맑은 고딕"/>
                <a:ea typeface="맑은 고딕"/>
                <a:cs typeface="맑은 고딕"/>
              </a:defRPr>
            </a:pPr>
            <a:r>
              <a:rPr sz="1900">
                <a:solidFill>
                  <a:srgbClr val="617681"/>
                </a:solidFill>
                <a:latin typeface="맑은 고딕"/>
                <a:ea typeface="맑은 고딕"/>
                <a:cs typeface="맑은 고딕"/>
              </a:rPr>
              <a:t>표시한 성능은 실제 학습으로 측정했습니다.</a:t>
            </a:r>
          </a:p>
        </p:txBody>
      </p:sp>
      <p:sp>
        <p:nvSpPr>
          <p:cNvPr id="10" name="TextBox 9">
            <a:extLst xmlns:a="http://schemas.openxmlformats.org/drawingml/2006/main">
              <a:ext uri="{FF2B5EF4-FFF2-40B4-BE49-F238E27FC236}">
                <a16:creationId xmlns:a16="http://schemas.microsoft.com/office/drawing/2014/main" id="{05FD66D9-3D3A-4837-851B-7572714E21BE}"/>
              </a:ext>
            </a:extLst>
          </p:cNvPr>
          <p:cNvSpPr>
            <a:spLocks xmlns:a="http://schemas.openxmlformats.org/drawingml/2006/main" noGrp="1"/>
          </p:cNvSpPr>
          <p:nvPr/>
        </p:nvSpPr>
        <p:spPr>
          <a:xfrm xmlns:a="http://schemas.openxmlformats.org/drawingml/2006/main">
            <a:off x="658368" y="3813048"/>
            <a:ext cx="4526280" cy="69677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900">
                <a:solidFill>
                  <a:srgbClr val="617681"/>
                </a:solidFill>
                <a:latin typeface="맑은 고딕"/>
                <a:ea typeface="맑은 고딕"/>
                <a:cs typeface="맑은 고딕"/>
              </a:defRPr>
            </a:defPPr>
            <a:lvl1pPr algn="l">
              <a:defRPr sz="1900">
                <a:solidFill>
                  <a:srgbClr val="617681"/>
                </a:solidFill>
                <a:latin typeface="맑은 고딕"/>
                <a:ea typeface="맑은 고딕"/>
                <a:cs typeface="맑은 고딕"/>
              </a:defRPr>
            </a:lvl1pPr>
            <a:lvl2pPr algn="l">
              <a:defRPr sz="1900">
                <a:solidFill>
                  <a:srgbClr val="617681"/>
                </a:solidFill>
                <a:latin typeface="맑은 고딕"/>
                <a:ea typeface="맑은 고딕"/>
                <a:cs typeface="맑은 고딕"/>
              </a:defRPr>
            </a:lvl2pPr>
            <a:lvl3pPr algn="l">
              <a:defRPr sz="1900">
                <a:solidFill>
                  <a:srgbClr val="617681"/>
                </a:solidFill>
                <a:latin typeface="맑은 고딕"/>
                <a:ea typeface="맑은 고딕"/>
                <a:cs typeface="맑은 고딕"/>
              </a:defRPr>
            </a:lvl3pPr>
            <a:lvl4pPr algn="l">
              <a:defRPr sz="1900">
                <a:solidFill>
                  <a:srgbClr val="617681"/>
                </a:solidFill>
                <a:latin typeface="맑은 고딕"/>
                <a:ea typeface="맑은 고딕"/>
                <a:cs typeface="맑은 고딕"/>
              </a:defRPr>
            </a:lvl4pPr>
            <a:lvl5pPr algn="l">
              <a:defRPr sz="1900">
                <a:solidFill>
                  <a:srgbClr val="617681"/>
                </a:solidFill>
                <a:latin typeface="맑은 고딕"/>
                <a:ea typeface="맑은 고딕"/>
                <a:cs typeface="맑은 고딕"/>
              </a:defRPr>
            </a:lvl5pPr>
            <a:lvl6pPr algn="l">
              <a:defRPr sz="1900">
                <a:solidFill>
                  <a:srgbClr val="617681"/>
                </a:solidFill>
                <a:latin typeface="맑은 고딕"/>
                <a:ea typeface="맑은 고딕"/>
                <a:cs typeface="맑은 고딕"/>
              </a:defRPr>
            </a:lvl6pPr>
            <a:lvl7pPr algn="l">
              <a:defRPr sz="1900">
                <a:solidFill>
                  <a:srgbClr val="617681"/>
                </a:solidFill>
                <a:latin typeface="맑은 고딕"/>
                <a:ea typeface="맑은 고딕"/>
                <a:cs typeface="맑은 고딕"/>
              </a:defRPr>
            </a:lvl7pPr>
            <a:lvl8pPr algn="l">
              <a:defRPr sz="1900">
                <a:solidFill>
                  <a:srgbClr val="617681"/>
                </a:solidFill>
                <a:latin typeface="맑은 고딕"/>
                <a:ea typeface="맑은 고딕"/>
                <a:cs typeface="맑은 고딕"/>
              </a:defRPr>
            </a:lvl8pPr>
            <a:lvl9pPr algn="l">
              <a:defRPr sz="19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900" b="0">
                <a:solidFill>
                  <a:srgbClr val="617681"/>
                </a:solidFill>
                <a:latin typeface="맑은 고딕"/>
                <a:ea typeface="맑은 고딕"/>
                <a:cs typeface="맑은 고딕"/>
              </a:defRPr>
            </a:pPr>
            <a:r>
              <a:rPr sz="1900">
                <a:solidFill>
                  <a:srgbClr val="617681"/>
                </a:solidFill>
                <a:latin typeface="맑은 고딕"/>
                <a:ea typeface="맑은 고딕"/>
                <a:cs typeface="맑은 고딕"/>
              </a:rPr>
              <a:t>UCI SECOM은 실제 공개 자료로 별도 실험했습니다.</a:t>
            </a:r>
          </a:p>
        </p:txBody>
      </p:sp>
      <p:sp>
        <p:nvSpPr>
          <p:cNvPr id="11" name="Rounded Rectangle 10">
            <a:extLst xmlns:a="http://schemas.openxmlformats.org/drawingml/2006/main">
              <a:ext uri="{FF2B5EF4-FFF2-40B4-BE49-F238E27FC236}">
                <a16:creationId xmlns:a16="http://schemas.microsoft.com/office/drawing/2014/main" id="{3AAECB33-F074-4E7B-8BCC-36F6A6FA53F0}"/>
              </a:ext>
            </a:extLst>
          </p:cNvPr>
          <p:cNvSpPr>
            <a:spLocks xmlns:a="http://schemas.openxmlformats.org/drawingml/2006/main" noGrp="1"/>
          </p:cNvSpPr>
          <p:nvPr/>
        </p:nvSpPr>
        <p:spPr>
          <a:xfrm xmlns:a="http://schemas.openxmlformats.org/drawingml/2006/main">
            <a:off x="5413248" y="1801367"/>
            <a:ext cx="5998464" cy="4306824"/>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2" name="Picture 11">
            <a:extLst xmlns:a="http://schemas.openxmlformats.org/drawingml/2006/main">
              <a:ext uri="{FF2B5EF4-FFF2-40B4-BE49-F238E27FC236}">
                <a16:creationId xmlns:a16="http://schemas.microsoft.com/office/drawing/2014/main" id="{280826DD-9434-41F5-B5E6-3322206B3BD4}"/>
              </a:ext>
            </a:extLst>
          </p:cNvPr>
          <p:cNvPicPr>
            <a:picLocks xmlns:a="http://schemas.openxmlformats.org/drawingml/2006/main" noChangeAspect="1"/>
          </p:cNvPicPr>
          <p:nvPr/>
        </p:nvPicPr>
        <p:blipFill>
          <a:blip xmlns:r="http://schemas.openxmlformats.org/officeDocument/2006/relationships" xmlns:a="http://schemas.openxmlformats.org/drawingml/2006/main" r:embed="Rb5f78188c9f14652"/>
          <a:stretch xmlns:a="http://schemas.openxmlformats.org/drawingml/2006/main">
            <a:fillRect l="0" t="0" r="0" b="0"/>
          </a:stretch>
        </p:blipFill>
        <p:spPr>
          <a:xfrm xmlns:a="http://schemas.openxmlformats.org/drawingml/2006/main">
            <a:off x="5486400" y="1885029"/>
            <a:ext cx="5852160" cy="4139501"/>
          </a:xfrm>
          <a:prstGeom xmlns:a="http://schemas.openxmlformats.org/drawingml/2006/main" prst="rect">
            <a:avLst/>
          </a:prstGeom>
        </p:spPr>
      </p:pic>
    </p:spTree>
    <p:extLst>
      <p:ext uri="{BB962C8B-B14F-4D97-AF65-F5344CB8AC3E}">
        <p14:creationId xmlns:p14="http://schemas.microsoft.com/office/powerpoint/2010/main" val="179248509"/>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4582340-0AF9-44A1-A9A6-3A16039CD3EE}"/>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09E53CC-450C-416D-A748-8DB4C9374106}"/>
              </a:ext>
            </a:extLst>
          </p:cNvPr>
          <p:cNvSpPr>
            <a:spLocks xmlns:a="http://schemas.openxmlformats.org/drawingml/2006/main" noGrp="1"/>
          </p:cNvSpPr>
          <p:nvPr/>
        </p:nvSpPr>
        <p:spPr>
          <a:xfrm xmlns:a="http://schemas.openxmlformats.org/drawingml/2006/main">
            <a:off x="594360" y="292608"/>
            <a:ext cx="109728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200" b="1">
                <a:solidFill>
                  <a:srgbClr val="147D82"/>
                </a:solidFill>
                <a:latin typeface="맑은 고딕"/>
                <a:ea typeface="맑은 고딕"/>
                <a:cs typeface="맑은 고딕"/>
              </a:defRPr>
            </a:pPr>
            <a:r>
              <a:t>05 · 실제 화면 | 제품 묶음과 혼합 비율을 각각 비교</a:t>
            </a:r>
          </a:p>
        </p:txBody>
      </p:sp>
      <p:sp>
        <p:nvSpPr>
          <p:cNvPr id="4" name="TextBox 3">
            <a:extLst xmlns:a="http://schemas.openxmlformats.org/drawingml/2006/main">
              <a:ext uri="{FF2B5EF4-FFF2-40B4-BE49-F238E27FC236}">
                <a16:creationId xmlns:a16="http://schemas.microsoft.com/office/drawing/2014/main" id="{0C84C341-6A32-47D0-B21C-96998152CB42}"/>
              </a:ext>
            </a:extLst>
          </p:cNvPr>
          <p:cNvSpPr>
            <a:spLocks xmlns:a="http://schemas.openxmlformats.org/drawingml/2006/main" noGrp="1"/>
          </p:cNvSpPr>
          <p:nvPr/>
        </p:nvSpPr>
        <p:spPr>
          <a:xfrm xmlns:a="http://schemas.openxmlformats.org/drawingml/2006/main">
            <a:off x="594360" y="832104"/>
            <a:ext cx="10972800" cy="100584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② 비교 범위를 확인하고 승인합니다</a:t>
            </a:r>
          </a:p>
        </p:txBody>
      </p:sp>
      <p:sp>
        <p:nvSpPr>
          <p:cNvPr id="5" name="Rectangle 4">
            <a:extLst xmlns:a="http://schemas.openxmlformats.org/drawingml/2006/main">
              <a:ext uri="{FF2B5EF4-FFF2-40B4-BE49-F238E27FC236}">
                <a16:creationId xmlns:a16="http://schemas.microsoft.com/office/drawing/2014/main" id="{40A3B8EA-657B-4F4E-9ACC-F5909F2D66C6}"/>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412200E-E621-4BD9-A1F3-0449D8678677}"/>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CD25CD3B-D308-4FD3-8A72-37A53A33A57F}"/>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05 / 17</a:t>
            </a:r>
          </a:p>
        </p:txBody>
      </p:sp>
      <p:sp>
        <p:nvSpPr>
          <p:cNvPr id="8" name="TextBox 7">
            <a:extLst xmlns:a="http://schemas.openxmlformats.org/drawingml/2006/main">
              <a:ext uri="{FF2B5EF4-FFF2-40B4-BE49-F238E27FC236}">
                <a16:creationId xmlns:a16="http://schemas.microsoft.com/office/drawing/2014/main" id="{C4714BFD-0491-4829-AEDC-807027C1C082}"/>
              </a:ext>
            </a:extLst>
          </p:cNvPr>
          <p:cNvSpPr>
            <a:spLocks xmlns:a="http://schemas.openxmlformats.org/drawingml/2006/main" noGrp="1"/>
          </p:cNvSpPr>
          <p:nvPr/>
        </p:nvSpPr>
        <p:spPr>
          <a:xfrm xmlns:a="http://schemas.openxmlformats.org/drawingml/2006/main">
            <a:off x="658368" y="2057400"/>
            <a:ext cx="4526280" cy="80101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200" b="1">
                <a:solidFill>
                  <a:srgbClr val="173A49"/>
                </a:solidFill>
                <a:latin typeface="맑은 고딕"/>
                <a:ea typeface="맑은 고딕"/>
                <a:cs typeface="맑은 고딕"/>
              </a:defRPr>
            </a:pPr>
            <a:r>
              <a:t>빈값 처리·필요한 Scaling은 학습용 데이터로만 준비</a:t>
            </a:r>
          </a:p>
        </p:txBody>
      </p:sp>
      <p:sp>
        <p:nvSpPr>
          <p:cNvPr id="9" name="TextBox 8">
            <a:extLst xmlns:a="http://schemas.openxmlformats.org/drawingml/2006/main">
              <a:ext uri="{FF2B5EF4-FFF2-40B4-BE49-F238E27FC236}">
                <a16:creationId xmlns:a16="http://schemas.microsoft.com/office/drawing/2014/main" id="{DF4A656C-7AAC-4A15-BA65-0954DFEEA1D8}"/>
              </a:ext>
            </a:extLst>
          </p:cNvPr>
          <p:cNvSpPr>
            <a:spLocks xmlns:a="http://schemas.openxmlformats.org/drawingml/2006/main" noGrp="1"/>
          </p:cNvSpPr>
          <p:nvPr/>
        </p:nvSpPr>
        <p:spPr>
          <a:xfrm xmlns:a="http://schemas.openxmlformats.org/drawingml/2006/main">
            <a:off x="658368" y="2935224"/>
            <a:ext cx="452628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0">
                <a:solidFill>
                  <a:srgbClr val="617681"/>
                </a:solidFill>
                <a:latin typeface="맑은 고딕"/>
                <a:ea typeface="맑은 고딕"/>
                <a:cs typeface="맑은 고딕"/>
              </a:defRPr>
            </a:pPr>
            <a:r>
              <a:t>학습60% · 후보 선택20% · 마지막 시험20%</a:t>
            </a:r>
          </a:p>
        </p:txBody>
      </p:sp>
      <p:sp>
        <p:nvSpPr>
          <p:cNvPr id="10" name="TextBox 9">
            <a:extLst xmlns:a="http://schemas.openxmlformats.org/drawingml/2006/main">
              <a:ext uri="{FF2B5EF4-FFF2-40B4-BE49-F238E27FC236}">
                <a16:creationId xmlns:a16="http://schemas.microsoft.com/office/drawing/2014/main" id="{4C975A96-8421-4510-BF8D-9678ADEC039A}"/>
              </a:ext>
            </a:extLst>
          </p:cNvPr>
          <p:cNvSpPr>
            <a:spLocks xmlns:a="http://schemas.openxmlformats.org/drawingml/2006/main" noGrp="1"/>
          </p:cNvSpPr>
          <p:nvPr/>
        </p:nvSpPr>
        <p:spPr>
          <a:xfrm xmlns:a="http://schemas.openxmlformats.org/drawingml/2006/main">
            <a:off x="658368" y="3813048"/>
            <a:ext cx="4526280" cy="69677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0">
                <a:solidFill>
                  <a:srgbClr val="617681"/>
                </a:solidFill>
                <a:latin typeface="맑은 고딕"/>
                <a:ea typeface="맑은 고딕"/>
                <a:cs typeface="맑은 고딕"/>
              </a:defRPr>
            </a:pPr>
            <a:r>
              <a:t>제품 묶음15개와 예측 혼합 비율232개를 각각 비교</a:t>
            </a:r>
          </a:p>
        </p:txBody>
      </p:sp>
      <p:sp>
        <p:nvSpPr>
          <p:cNvPr id="11" name="TextBox 10">
            <a:extLst xmlns:a="http://schemas.openxmlformats.org/drawingml/2006/main">
              <a:ext uri="{FF2B5EF4-FFF2-40B4-BE49-F238E27FC236}">
                <a16:creationId xmlns:a16="http://schemas.microsoft.com/office/drawing/2014/main" id="{03930C20-AEF9-4911-947F-8B282DD4766C}"/>
              </a:ext>
            </a:extLst>
          </p:cNvPr>
          <p:cNvSpPr>
            <a:spLocks xmlns:a="http://schemas.openxmlformats.org/drawingml/2006/main" noGrp="1"/>
          </p:cNvSpPr>
          <p:nvPr/>
        </p:nvSpPr>
        <p:spPr>
          <a:xfrm xmlns:a="http://schemas.openxmlformats.org/drawingml/2006/main">
            <a:off x="658368" y="4690872"/>
            <a:ext cx="452628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0">
                <a:solidFill>
                  <a:srgbClr val="617681"/>
                </a:solidFill>
                <a:latin typeface="맑은 고딕"/>
                <a:ea typeface="맑은 고딕"/>
                <a:cs typeface="맑은 고딕"/>
              </a:defRPr>
            </a:pPr>
            <a:r>
              <a:t>계획과 데이터를 확인하고 승인한 뒤 실제 학습</a:t>
            </a:r>
          </a:p>
        </p:txBody>
      </p:sp>
      <p:sp>
        <p:nvSpPr>
          <p:cNvPr id="12" name="Rounded Rectangle 11">
            <a:extLst xmlns:a="http://schemas.openxmlformats.org/drawingml/2006/main">
              <a:ext uri="{FF2B5EF4-FFF2-40B4-BE49-F238E27FC236}">
                <a16:creationId xmlns:a16="http://schemas.microsoft.com/office/drawing/2014/main" id="{5FA3B20B-4C83-4AFB-B4DE-82F176C82C79}"/>
              </a:ext>
            </a:extLst>
          </p:cNvPr>
          <p:cNvSpPr>
            <a:spLocks xmlns:a="http://schemas.openxmlformats.org/drawingml/2006/main" noGrp="1"/>
          </p:cNvSpPr>
          <p:nvPr/>
        </p:nvSpPr>
        <p:spPr>
          <a:xfrm xmlns:a="http://schemas.openxmlformats.org/drawingml/2006/main">
            <a:off x="5413248" y="1801367"/>
            <a:ext cx="5998464" cy="4306824"/>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2">
            <a:extLst xmlns:a="http://schemas.openxmlformats.org/drawingml/2006/main">
              <a:ext uri="{FF2B5EF4-FFF2-40B4-BE49-F238E27FC236}">
                <a16:creationId xmlns:a16="http://schemas.microsoft.com/office/drawing/2014/main" id="{E3CEB2BD-1B83-43F7-AD54-2C03FDEBE0A0}"/>
              </a:ext>
            </a:extLst>
          </p:cNvPr>
          <p:cNvPicPr>
            <a:picLocks xmlns:a="http://schemas.openxmlformats.org/drawingml/2006/main" noChangeAspect="1"/>
          </p:cNvPicPr>
          <p:nvPr/>
        </p:nvPicPr>
        <p:blipFill>
          <a:blip xmlns:r="http://schemas.openxmlformats.org/officeDocument/2006/relationships" xmlns:a="http://schemas.openxmlformats.org/drawingml/2006/main" r:embed="R516d98208ce04205"/>
          <a:stretch xmlns:a="http://schemas.openxmlformats.org/drawingml/2006/main">
            <a:fillRect l="0" t="0" r="0" b="0"/>
          </a:stretch>
        </p:blipFill>
        <p:spPr>
          <a:xfrm xmlns:a="http://schemas.openxmlformats.org/drawingml/2006/main">
            <a:off x="5848381" y="1874519"/>
            <a:ext cx="5128197" cy="4160520"/>
          </a:xfrm>
          <a:prstGeom xmlns:a="http://schemas.openxmlformats.org/drawingml/2006/main" prst="rect">
            <a:avLst/>
          </a:prstGeom>
        </p:spPr>
      </p:pic>
    </p:spTree>
    <p:extLst>
      <p:ext uri="{BB962C8B-B14F-4D97-AF65-F5344CB8AC3E}">
        <p14:creationId xmlns:p14="http://schemas.microsoft.com/office/powerpoint/2010/main" val="333259728"/>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8CCA7B4-0661-4BBA-AB68-49C7DF03844A}"/>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BFFB8EE-D562-401E-8DA3-063B67BDE997}"/>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06 · 합성 센서의 모델별 Validation 실측</a:t>
            </a:r>
          </a:p>
        </p:txBody>
      </p:sp>
      <p:sp>
        <p:nvSpPr>
          <p:cNvPr id="4" name="TextBox 3">
            <a:extLst xmlns:a="http://schemas.openxmlformats.org/drawingml/2006/main">
              <a:ext uri="{FF2B5EF4-FFF2-40B4-BE49-F238E27FC236}">
                <a16:creationId xmlns:a16="http://schemas.microsoft.com/office/drawing/2014/main" id="{79D3FDCC-55AB-4477-BB0F-1DB57BBD86C2}"/>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③ 개별 모델 비교와 선택 근거</a:t>
            </a:r>
          </a:p>
        </p:txBody>
      </p:sp>
      <p:sp>
        <p:nvSpPr>
          <p:cNvPr id="5" name="Rectangle 4">
            <a:extLst xmlns:a="http://schemas.openxmlformats.org/drawingml/2006/main">
              <a:ext uri="{FF2B5EF4-FFF2-40B4-BE49-F238E27FC236}">
                <a16:creationId xmlns:a16="http://schemas.microsoft.com/office/drawing/2014/main" id="{E9D160E6-C2BF-4C95-A67F-5371908FD295}"/>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A4A4DE1-060C-4613-8736-E6EBE854185A}"/>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8754380A-30BD-429D-B357-E17A77FADD44}"/>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06 / 17</a:t>
            </a:r>
          </a:p>
        </p:txBody>
      </p:sp>
      <p:sp>
        <p:nvSpPr>
          <p:cNvPr id="8" name="TextBox 7">
            <a:extLst xmlns:a="http://schemas.openxmlformats.org/drawingml/2006/main">
              <a:ext uri="{FF2B5EF4-FFF2-40B4-BE49-F238E27FC236}">
                <a16:creationId xmlns:a16="http://schemas.microsoft.com/office/drawing/2014/main" id="{608CF49A-056E-4A9F-95CE-C982F060FBDD}"/>
              </a:ext>
            </a:extLst>
          </p:cNvPr>
          <p:cNvSpPr>
            <a:spLocks xmlns:a="http://schemas.openxmlformats.org/drawingml/2006/main" noGrp="1"/>
          </p:cNvSpPr>
          <p:nvPr/>
        </p:nvSpPr>
        <p:spPr>
          <a:xfrm xmlns:a="http://schemas.openxmlformats.org/drawingml/2006/main">
            <a:off x="640080" y="1847088"/>
            <a:ext cx="10972800" cy="2971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500">
                <a:solidFill>
                  <a:srgbClr val="617681"/>
                </a:solidFill>
                <a:latin typeface="맑은 고딕"/>
                <a:ea typeface="맑은 고딕"/>
                <a:cs typeface="맑은 고딕"/>
              </a:defRPr>
            </a:defPPr>
            <a:lvl1pPr algn="l">
              <a:defRPr sz="1500">
                <a:solidFill>
                  <a:srgbClr val="617681"/>
                </a:solidFill>
                <a:latin typeface="맑은 고딕"/>
                <a:ea typeface="맑은 고딕"/>
                <a:cs typeface="맑은 고딕"/>
              </a:defRPr>
            </a:lvl1pPr>
            <a:lvl2pPr algn="l">
              <a:defRPr sz="1500">
                <a:solidFill>
                  <a:srgbClr val="617681"/>
                </a:solidFill>
                <a:latin typeface="맑은 고딕"/>
                <a:ea typeface="맑은 고딕"/>
                <a:cs typeface="맑은 고딕"/>
              </a:defRPr>
            </a:lvl2pPr>
            <a:lvl3pPr algn="l">
              <a:defRPr sz="1500">
                <a:solidFill>
                  <a:srgbClr val="617681"/>
                </a:solidFill>
                <a:latin typeface="맑은 고딕"/>
                <a:ea typeface="맑은 고딕"/>
                <a:cs typeface="맑은 고딕"/>
              </a:defRPr>
            </a:lvl3pPr>
            <a:lvl4pPr algn="l">
              <a:defRPr sz="1500">
                <a:solidFill>
                  <a:srgbClr val="617681"/>
                </a:solidFill>
                <a:latin typeface="맑은 고딕"/>
                <a:ea typeface="맑은 고딕"/>
                <a:cs typeface="맑은 고딕"/>
              </a:defRPr>
            </a:lvl4pPr>
            <a:lvl5pPr algn="l">
              <a:defRPr sz="1500">
                <a:solidFill>
                  <a:srgbClr val="617681"/>
                </a:solidFill>
                <a:latin typeface="맑은 고딕"/>
                <a:ea typeface="맑은 고딕"/>
                <a:cs typeface="맑은 고딕"/>
              </a:defRPr>
            </a:lvl5pPr>
            <a:lvl6pPr algn="l">
              <a:defRPr sz="1500">
                <a:solidFill>
                  <a:srgbClr val="617681"/>
                </a:solidFill>
                <a:latin typeface="맑은 고딕"/>
                <a:ea typeface="맑은 고딕"/>
                <a:cs typeface="맑은 고딕"/>
              </a:defRPr>
            </a:lvl6pPr>
            <a:lvl7pPr algn="l">
              <a:defRPr sz="1500">
                <a:solidFill>
                  <a:srgbClr val="617681"/>
                </a:solidFill>
                <a:latin typeface="맑은 고딕"/>
                <a:ea typeface="맑은 고딕"/>
                <a:cs typeface="맑은 고딕"/>
              </a:defRPr>
            </a:lvl7pPr>
            <a:lvl8pPr algn="l">
              <a:defRPr sz="1500">
                <a:solidFill>
                  <a:srgbClr val="617681"/>
                </a:solidFill>
                <a:latin typeface="맑은 고딕"/>
                <a:ea typeface="맑은 고딕"/>
                <a:cs typeface="맑은 고딕"/>
              </a:defRPr>
            </a:lvl8pPr>
            <a:lvl9pPr algn="l">
              <a:defRPr sz="15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500" b="0">
                <a:solidFill>
                  <a:srgbClr val="617681"/>
                </a:solidFill>
                <a:latin typeface="맑은 고딕"/>
                <a:ea typeface="맑은 고딕"/>
                <a:cs typeface="맑은 고딕"/>
              </a:defRPr>
            </a:pPr>
            <a:r>
              <a:rPr sz="1500">
                <a:solidFill>
                  <a:srgbClr val="617681"/>
                </a:solidFill>
                <a:latin typeface="맑은 고딕"/>
                <a:ea typeface="맑은 고딕"/>
                <a:cs typeface="맑은 고딕"/>
              </a:rPr>
              <a:t>같은 센서 후보 선택용 데이터에서 알고리즘별 최선 불균형 설정을 표시합니다.</a:t>
            </a:r>
          </a:p>
        </p:txBody>
      </p:sp>
      <p:sp>
        <p:nvSpPr>
          <p:cNvPr id="9" name="TextBox 8">
            <a:extLst xmlns:a="http://schemas.openxmlformats.org/drawingml/2006/main">
              <a:ext uri="{FF2B5EF4-FFF2-40B4-BE49-F238E27FC236}">
                <a16:creationId xmlns:a16="http://schemas.microsoft.com/office/drawing/2014/main" id="{28D31DDD-2549-4A59-A3DF-1DD9972E0869}"/>
              </a:ext>
            </a:extLst>
          </p:cNvPr>
          <p:cNvSpPr>
            <a:spLocks xmlns:a="http://schemas.openxmlformats.org/drawingml/2006/main" noGrp="1"/>
          </p:cNvSpPr>
          <p:nvPr/>
        </p:nvSpPr>
        <p:spPr>
          <a:xfrm xmlns:a="http://schemas.openxmlformats.org/drawingml/2006/main">
            <a:off x="640080" y="2267712"/>
            <a:ext cx="10972800" cy="2971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500">
                <a:solidFill>
                  <a:srgbClr val="617681"/>
                </a:solidFill>
                <a:latin typeface="맑은 고딕"/>
                <a:ea typeface="맑은 고딕"/>
                <a:cs typeface="맑은 고딕"/>
              </a:defRPr>
            </a:defPPr>
            <a:lvl1pPr algn="l">
              <a:defRPr sz="1500">
                <a:solidFill>
                  <a:srgbClr val="617681"/>
                </a:solidFill>
                <a:latin typeface="맑은 고딕"/>
                <a:ea typeface="맑은 고딕"/>
                <a:cs typeface="맑은 고딕"/>
              </a:defRPr>
            </a:lvl1pPr>
            <a:lvl2pPr algn="l">
              <a:defRPr sz="1500">
                <a:solidFill>
                  <a:srgbClr val="617681"/>
                </a:solidFill>
                <a:latin typeface="맑은 고딕"/>
                <a:ea typeface="맑은 고딕"/>
                <a:cs typeface="맑은 고딕"/>
              </a:defRPr>
            </a:lvl2pPr>
            <a:lvl3pPr algn="l">
              <a:defRPr sz="1500">
                <a:solidFill>
                  <a:srgbClr val="617681"/>
                </a:solidFill>
                <a:latin typeface="맑은 고딕"/>
                <a:ea typeface="맑은 고딕"/>
                <a:cs typeface="맑은 고딕"/>
              </a:defRPr>
            </a:lvl3pPr>
            <a:lvl4pPr algn="l">
              <a:defRPr sz="1500">
                <a:solidFill>
                  <a:srgbClr val="617681"/>
                </a:solidFill>
                <a:latin typeface="맑은 고딕"/>
                <a:ea typeface="맑은 고딕"/>
                <a:cs typeface="맑은 고딕"/>
              </a:defRPr>
            </a:lvl4pPr>
            <a:lvl5pPr algn="l">
              <a:defRPr sz="1500">
                <a:solidFill>
                  <a:srgbClr val="617681"/>
                </a:solidFill>
                <a:latin typeface="맑은 고딕"/>
                <a:ea typeface="맑은 고딕"/>
                <a:cs typeface="맑은 고딕"/>
              </a:defRPr>
            </a:lvl5pPr>
            <a:lvl6pPr algn="l">
              <a:defRPr sz="1500">
                <a:solidFill>
                  <a:srgbClr val="617681"/>
                </a:solidFill>
                <a:latin typeface="맑은 고딕"/>
                <a:ea typeface="맑은 고딕"/>
                <a:cs typeface="맑은 고딕"/>
              </a:defRPr>
            </a:lvl6pPr>
            <a:lvl7pPr algn="l">
              <a:defRPr sz="1500">
                <a:solidFill>
                  <a:srgbClr val="617681"/>
                </a:solidFill>
                <a:latin typeface="맑은 고딕"/>
                <a:ea typeface="맑은 고딕"/>
                <a:cs typeface="맑은 고딕"/>
              </a:defRPr>
            </a:lvl7pPr>
            <a:lvl8pPr algn="l">
              <a:defRPr sz="1500">
                <a:solidFill>
                  <a:srgbClr val="617681"/>
                </a:solidFill>
                <a:latin typeface="맑은 고딕"/>
                <a:ea typeface="맑은 고딕"/>
                <a:cs typeface="맑은 고딕"/>
              </a:defRPr>
            </a:lvl8pPr>
            <a:lvl9pPr algn="l">
              <a:defRPr sz="15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500" b="0">
                <a:solidFill>
                  <a:srgbClr val="617681"/>
                </a:solidFill>
                <a:latin typeface="맑은 고딕"/>
                <a:ea typeface="맑은 고딕"/>
                <a:cs typeface="맑은 고딕"/>
              </a:defRPr>
            </a:pPr>
            <a:r>
              <a:rPr sz="1500">
                <a:solidFill>
                  <a:srgbClr val="617681"/>
                </a:solidFill>
                <a:latin typeface="맑은 고딕"/>
                <a:ea typeface="맑은 고딕"/>
                <a:cs typeface="맑은 고딕"/>
              </a:rPr>
              <a:t>CatBoost: Recall100%·F1 0.808 / AdaBoost: Recall97.6%·F1 0.854</a:t>
            </a:r>
          </a:p>
        </p:txBody>
      </p:sp>
      <p:graphicFrame>
        <p:nvGraphicFramePr>
          <p:cNvPr id="10" name="Table 9">
            <a:extLst xmlns:a="http://schemas.openxmlformats.org/drawingml/2006/main">
              <a:ext uri="{FF2B5EF4-FFF2-40B4-BE49-F238E27FC236}">
                <a16:creationId xmlns:a16="http://schemas.microsoft.com/office/drawing/2014/main" id="{21D4BB11-6EC0-4C05-857E-E7BE7D68EDD8}"/>
              </a:ext>
            </a:extLst>
          </p:cNvPr>
          <p:cNvGraphicFramePr/>
          <p:nvPr/>
        </p:nvGraphicFramePr>
        <p:xfrm>
          <a:off xmlns:a="http://schemas.openxmlformats.org/drawingml/2006/main" x="594360" y="2926080"/>
          <a:ext xmlns:a="http://schemas.openxmlformats.org/drawingml/2006/main" cx="11000231" cy="3145535"/>
        </p:xfrm>
        <a:graphic xmlns:a="http://schemas.openxmlformats.org/drawingml/2006/main">
          <a:graphicData uri="http://schemas.openxmlformats.org/drawingml/2006/table">
            <a:tbl>
              <a:tblPr firstRow="1" bandRow="1">
                <a:tableStyleId>{5C22544A-7EE6-4342-B048-85BDC9FD1C3A}</a:tableStyleId>
              </a:tblPr>
              <a:tblGrid>
                <a:gridCol w="4050791"/>
                <a:gridCol w="1737360"/>
                <a:gridCol w="1737360"/>
                <a:gridCol w="1737360"/>
                <a:gridCol w="1737360"/>
              </a:tblGrid>
              <a:tr h="247650">
                <a:tc>
                  <a:txBody>
                    <a:bodyPr lIns="47625" tIns="47625" rIns="47625" bIns="47625"/>
                    <a:lstStyle/>
                    <a:p>
                      <a:pPr>
                        <a:buNone/>
                      </a:pPr>
                      <a:r>
                        <a:rPr sz="1200" b="1">
                          <a:solidFill>
                            <a:srgbClr val="FFFFFF"/>
                          </a:solidFill>
                          <a:latin typeface="맑은 고딕"/>
                          <a:ea typeface="맑은 고딕"/>
                          <a:cs typeface="맑은 고딕"/>
                        </a:rPr>
                        <a:t>모델 · 전체 제품 학습</a:t>
                      </a:r>
                    </a:p>
                  </a:txBody>
                  <a:tcPr marL="95250" marR="76200" marT="19050" marB="19050" anchor="ctr">
                    <a:solidFill>
                      <a:srgbClr val="147D82"/>
                    </a:solidFill>
                  </a:tcPr>
                </a:tc>
                <a:tc>
                  <a:txBody>
                    <a:bodyPr lIns="47625" tIns="47625" rIns="47625" bIns="47625"/>
                    <a:lstStyle/>
                    <a:p>
                      <a:pPr>
                        <a:buNone/>
                      </a:pPr>
                      <a:r>
                        <a:rPr sz="1200" b="1">
                          <a:solidFill>
                            <a:srgbClr val="FFFFFF"/>
                          </a:solidFill>
                          <a:latin typeface="맑은 고딕"/>
                          <a:ea typeface="맑은 고딕"/>
                          <a:cs typeface="맑은 고딕"/>
                        </a:rPr>
                        <a:t>불균형 설정</a:t>
                      </a:r>
                    </a:p>
                  </a:txBody>
                  <a:tcPr marL="95250" marR="76200" marT="19050" marB="19050" anchor="ctr">
                    <a:solidFill>
                      <a:srgbClr val="147D82"/>
                    </a:solidFill>
                  </a:tcPr>
                </a:tc>
                <a:tc>
                  <a:txBody>
                    <a:bodyPr lIns="47625" tIns="47625" rIns="47625" bIns="47625"/>
                    <a:lstStyle/>
                    <a:p>
                      <a:pPr>
                        <a:buNone/>
                      </a:pPr>
                      <a:r>
                        <a:rPr sz="1200" b="1">
                          <a:solidFill>
                            <a:srgbClr val="FFFFFF"/>
                          </a:solidFill>
                          <a:latin typeface="맑은 고딕"/>
                          <a:ea typeface="맑은 고딕"/>
                          <a:cs typeface="맑은 고딕"/>
                        </a:rPr>
                        <a:t>검출률</a:t>
                      </a:r>
                    </a:p>
                  </a:txBody>
                  <a:tcPr marL="95250" marR="76200" marT="19050" marB="19050" anchor="ctr">
                    <a:solidFill>
                      <a:srgbClr val="147D82"/>
                    </a:solidFill>
                  </a:tcPr>
                </a:tc>
                <a:tc>
                  <a:txBody>
                    <a:bodyPr lIns="47625" tIns="47625" rIns="47625" bIns="47625"/>
                    <a:lstStyle/>
                    <a:p>
                      <a:pPr>
                        <a:buNone/>
                      </a:pPr>
                      <a:r>
                        <a:rPr sz="1200" b="1">
                          <a:solidFill>
                            <a:srgbClr val="FFFFFF"/>
                          </a:solidFill>
                          <a:latin typeface="맑은 고딕"/>
                          <a:ea typeface="맑은 고딕"/>
                          <a:cs typeface="맑은 고딕"/>
                        </a:rPr>
                        <a:t>정상 오판률</a:t>
                      </a:r>
                    </a:p>
                  </a:txBody>
                  <a:tcPr marL="95250" marR="76200" marT="19050" marB="19050" anchor="ctr">
                    <a:solidFill>
                      <a:srgbClr val="147D82"/>
                    </a:solidFill>
                  </a:tcPr>
                </a:tc>
                <a:tc>
                  <a:txBody>
                    <a:bodyPr lIns="47625" tIns="47625" rIns="47625" bIns="47625"/>
                    <a:lstStyle/>
                    <a:p>
                      <a:pPr>
                        <a:buNone/>
                      </a:pPr>
                      <a:r>
                        <a:rPr sz="1200" b="1">
                          <a:solidFill>
                            <a:srgbClr val="FFFFFF"/>
                          </a:solidFill>
                          <a:latin typeface="맑은 고딕"/>
                          <a:ea typeface="맑은 고딕"/>
                          <a:cs typeface="맑은 고딕"/>
                        </a:rPr>
                        <a:t>F1</a:t>
                      </a:r>
                    </a:p>
                  </a:txBody>
                  <a:tcPr marL="95250" marR="76200" marT="19050" marB="19050" anchor="ctr">
                    <a:solidFill>
                      <a:srgbClr val="147D82"/>
                    </a:solidFill>
                  </a:tcPr>
                </a:tc>
              </a:tr>
              <a:tr h="247650">
                <a:tc>
                  <a:txBody>
                    <a:bodyPr lIns="47625" tIns="47625" rIns="47625" bIns="47625"/>
                    <a:lstStyle/>
                    <a:p>
                      <a:pPr>
                        <a:buNone/>
                      </a:pPr>
                      <a:r>
                        <a:rPr sz="1200" b="0">
                          <a:solidFill>
                            <a:srgbClr val="173A49"/>
                          </a:solidFill>
                          <a:latin typeface="맑은 고딕"/>
                          <a:ea typeface="맑은 고딕"/>
                          <a:cs typeface="맑은 고딕"/>
                        </a:rPr>
                        <a:t>CatBoost</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100.0%</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9.3%</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0.808</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HistGradientBoosting</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100.0%</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10.3%</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0.792</a:t>
                      </a:r>
                    </a:p>
                  </a:txBody>
                  <a:tcPr marL="95250" marR="76200" marT="19050" marB="19050" anchor="ctr">
                    <a:solidFill>
                      <a:srgbClr val="E8F3F3"/>
                    </a:solidFill>
                  </a:tcPr>
                </a:tc>
              </a:tr>
              <a:tr h="247650">
                <a:tc>
                  <a:txBody>
                    <a:bodyPr lIns="47625" tIns="47625" rIns="47625" bIns="47625"/>
                    <a:lstStyle/>
                    <a:p>
                      <a:pPr>
                        <a:buNone/>
                      </a:pPr>
                      <a:r>
                        <a:rPr sz="1200" b="0">
                          <a:solidFill>
                            <a:srgbClr val="173A49"/>
                          </a:solidFill>
                          <a:latin typeface="맑은 고딕"/>
                          <a:ea typeface="맑은 고딕"/>
                          <a:cs typeface="맑은 고딕"/>
                        </a:rPr>
                        <a:t>LightGBM</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100.0%</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10.7%</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0.785</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XGBoost</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100.0%</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11.2%</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0.778</a:t>
                      </a:r>
                    </a:p>
                  </a:txBody>
                  <a:tcPr marL="95250" marR="76200" marT="19050" marB="19050" anchor="ctr">
                    <a:solidFill>
                      <a:srgbClr val="E8F3F3"/>
                    </a:solidFill>
                  </a:tcPr>
                </a:tc>
              </a:tr>
              <a:tr h="247650">
                <a:tc>
                  <a:txBody>
                    <a:bodyPr lIns="47625" tIns="47625" rIns="47625" bIns="47625"/>
                    <a:lstStyle/>
                    <a:p>
                      <a:pPr>
                        <a:buNone/>
                      </a:pPr>
                      <a:r>
                        <a:rPr sz="1200" b="0">
                          <a:solidFill>
                            <a:srgbClr val="173A49"/>
                          </a:solidFill>
                          <a:latin typeface="맑은 고딕"/>
                          <a:ea typeface="맑은 고딕"/>
                          <a:cs typeface="맑은 고딕"/>
                        </a:rPr>
                        <a:t>Random Forest</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100.0%</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13.1%</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0.750</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AdaBoost</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97.6%</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6.1%</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0.854</a:t>
                      </a:r>
                    </a:p>
                  </a:txBody>
                  <a:tcPr marL="95250" marR="76200" marT="19050" marB="19050" anchor="ctr">
                    <a:solidFill>
                      <a:srgbClr val="E8F3F3"/>
                    </a:solidFill>
                  </a:tcPr>
                </a:tc>
              </a:tr>
              <a:tr h="247650">
                <a:tc>
                  <a:txBody>
                    <a:bodyPr lIns="47625" tIns="47625" rIns="47625" bIns="47625"/>
                    <a:lstStyle/>
                    <a:p>
                      <a:pPr>
                        <a:buNone/>
                      </a:pPr>
                      <a:r>
                        <a:rPr sz="1200" b="0">
                          <a:solidFill>
                            <a:srgbClr val="173A49"/>
                          </a:solidFill>
                          <a:latin typeface="맑은 고딕"/>
                          <a:ea typeface="맑은 고딕"/>
                          <a:cs typeface="맑은 고딕"/>
                        </a:rPr>
                        <a:t>SVM (RBF)</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weighted</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97.6%</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10.7%</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0.774</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Gradient Boosting</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97.6%</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11.7%</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0.759</a:t>
                      </a:r>
                    </a:p>
                  </a:txBody>
                  <a:tcPr marL="95250" marR="76200" marT="19050" marB="19050" anchor="ctr">
                    <a:solidFill>
                      <a:srgbClr val="E8F3F3"/>
                    </a:solidFill>
                  </a:tcPr>
                </a:tc>
              </a:tr>
              <a:tr h="247650">
                <a:tc>
                  <a:txBody>
                    <a:bodyPr lIns="47625" tIns="47625" rIns="47625" bIns="47625"/>
                    <a:lstStyle/>
                    <a:p>
                      <a:pPr>
                        <a:buNone/>
                      </a:pPr>
                      <a:r>
                        <a:rPr sz="1200" b="0">
                          <a:solidFill>
                            <a:srgbClr val="173A49"/>
                          </a:solidFill>
                          <a:latin typeface="맑은 고딕"/>
                          <a:ea typeface="맑은 고딕"/>
                          <a:cs typeface="맑은 고딕"/>
                        </a:rPr>
                        <a:t>MLP / ANN</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97.6%</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14.5%</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0.719</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Decision Tree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92.9%</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8.4%</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0.788</a:t>
                      </a:r>
                    </a:p>
                  </a:txBody>
                  <a:tcPr marL="95250" marR="76200" marT="19050" marB="19050" anchor="ctr">
                    <a:solidFill>
                      <a:srgbClr val="E8F3F3"/>
                    </a:solidFill>
                  </a:tcPr>
                </a:tc>
              </a:tr>
              <a:tr h="247650">
                <a:tc>
                  <a:txBody>
                    <a:bodyPr lIns="47625" tIns="47625" rIns="47625" bIns="47625"/>
                    <a:lstStyle/>
                    <a:p>
                      <a:pPr>
                        <a:buNone/>
                      </a:pPr>
                      <a:r>
                        <a:rPr sz="1200" b="0">
                          <a:solidFill>
                            <a:srgbClr val="173A49"/>
                          </a:solidFill>
                          <a:latin typeface="맑은 고딕"/>
                          <a:ea typeface="맑은 고딕"/>
                          <a:cs typeface="맑은 고딕"/>
                        </a:rPr>
                        <a:t>KNN</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none</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92.9%</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11.2%</a:t>
                      </a:r>
                    </a:p>
                  </a:txBody>
                  <a:tcPr marL="95250" marR="76200" marT="19050" marB="19050" anchor="ctr">
                    <a:solidFill>
                      <a:srgbClr val="FFFFFF"/>
                    </a:solidFill>
                  </a:tcPr>
                </a:tc>
                <a:tc>
                  <a:txBody>
                    <a:bodyPr lIns="47625" tIns="47625" rIns="47625" bIns="47625"/>
                    <a:lstStyle/>
                    <a:p>
                      <a:pPr>
                        <a:buNone/>
                      </a:pPr>
                      <a:r>
                        <a:rPr sz="1200" b="0">
                          <a:solidFill>
                            <a:srgbClr val="173A49"/>
                          </a:solidFill>
                          <a:latin typeface="맑은 고딕"/>
                          <a:ea typeface="맑은 고딕"/>
                          <a:cs typeface="맑은 고딕"/>
                        </a:rPr>
                        <a:t>0.743</a:t>
                      </a:r>
                    </a:p>
                  </a:txBody>
                  <a:tcPr marL="95250" marR="76200" marT="19050" marB="19050" anchor="ctr">
                    <a:solidFill>
                      <a:srgbClr val="FFFFFF"/>
                    </a:solidFill>
                  </a:tcPr>
                </a:tc>
              </a:tr>
              <a:tr h="247650">
                <a:tc>
                  <a:txBody>
                    <a:bodyPr lIns="47625" tIns="47625" rIns="47625" bIns="47625"/>
                    <a:lstStyle/>
                    <a:p>
                      <a:pPr>
                        <a:buNone/>
                      </a:pPr>
                      <a:r>
                        <a:rPr sz="1200" b="0">
                          <a:solidFill>
                            <a:srgbClr val="173A49"/>
                          </a:solidFill>
                          <a:latin typeface="맑은 고딕"/>
                          <a:ea typeface="맑은 고딕"/>
                          <a:cs typeface="맑은 고딕"/>
                        </a:rPr>
                        <a:t>Logistic Regression</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weighted</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90.5%</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18.7%</a:t>
                      </a:r>
                    </a:p>
                  </a:txBody>
                  <a:tcPr marL="95250" marR="76200" marT="19050" marB="19050" anchor="ctr">
                    <a:solidFill>
                      <a:srgbClr val="E8F3F3"/>
                    </a:solidFill>
                  </a:tcPr>
                </a:tc>
                <a:tc>
                  <a:txBody>
                    <a:bodyPr lIns="47625" tIns="47625" rIns="47625" bIns="47625"/>
                    <a:lstStyle/>
                    <a:p>
                      <a:pPr>
                        <a:buNone/>
                      </a:pPr>
                      <a:r>
                        <a:rPr sz="1200" b="0">
                          <a:solidFill>
                            <a:srgbClr val="173A49"/>
                          </a:solidFill>
                          <a:latin typeface="맑은 고딕"/>
                          <a:ea typeface="맑은 고딕"/>
                          <a:cs typeface="맑은 고딕"/>
                        </a:rPr>
                        <a:t>0.633</a:t>
                      </a:r>
                    </a:p>
                  </a:txBody>
                  <a:tcPr marL="95250" marR="76200" marT="19050" marB="19050" anchor="ctr">
                    <a:solidFill>
                      <a:srgbClr val="E8F3F3"/>
                    </a:solidFill>
                  </a:tcPr>
                </a:tc>
              </a:tr>
            </a:tbl>
          </a:graphicData>
        </a:graphic>
      </p:graphicFrame>
    </p:spTree>
    <p:extLst>
      <p:ext uri="{BB962C8B-B14F-4D97-AF65-F5344CB8AC3E}">
        <p14:creationId xmlns:p14="http://schemas.microsoft.com/office/powerpoint/2010/main" val="792576924"/>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5A57F7E-7D6D-4D9A-A3CC-28F81FB5DB2A}"/>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03E4256-CD61-4DDC-A122-A77797722951}"/>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07 · 합성 센서1,280건 | CatBoost 고정 · 제품 묶음15개 비교</a:t>
            </a:r>
          </a:p>
        </p:txBody>
      </p:sp>
      <p:sp>
        <p:nvSpPr>
          <p:cNvPr id="4" name="TextBox 3">
            <a:extLst xmlns:a="http://schemas.openxmlformats.org/drawingml/2006/main">
              <a:ext uri="{FF2B5EF4-FFF2-40B4-BE49-F238E27FC236}">
                <a16:creationId xmlns:a16="http://schemas.microsoft.com/office/drawing/2014/main" id="{3D2F8EC6-495F-4636-A7C0-2F8B48A2F6B2}"/>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④ 제품 묶음 비교: ABC는 함께, D는 따로 학습</a:t>
            </a:r>
          </a:p>
        </p:txBody>
      </p:sp>
      <p:sp>
        <p:nvSpPr>
          <p:cNvPr id="5" name="Rectangle 4">
            <a:extLst xmlns:a="http://schemas.openxmlformats.org/drawingml/2006/main">
              <a:ext uri="{FF2B5EF4-FFF2-40B4-BE49-F238E27FC236}">
                <a16:creationId xmlns:a16="http://schemas.microsoft.com/office/drawing/2014/main" id="{1242C810-C448-48E8-9705-FFE6FA2DE308}"/>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5F98251-B7D1-4166-8BBC-D23A0309E2DF}"/>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59ECDF4A-88B6-486E-A552-F8A162A15BB0}"/>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07 / 17</a:t>
            </a:r>
          </a:p>
        </p:txBody>
      </p:sp>
      <p:sp>
        <p:nvSpPr>
          <p:cNvPr id="8" name="Rounded Rectangle 7">
            <a:extLst xmlns:a="http://schemas.openxmlformats.org/drawingml/2006/main">
              <a:ext uri="{FF2B5EF4-FFF2-40B4-BE49-F238E27FC236}">
                <a16:creationId xmlns:a16="http://schemas.microsoft.com/office/drawing/2014/main" id="{9DCECD3D-DC81-494B-9AE9-76572A6AC2AB}"/>
              </a:ext>
            </a:extLst>
          </p:cNvPr>
          <p:cNvSpPr>
            <a:spLocks xmlns:a="http://schemas.openxmlformats.org/drawingml/2006/main" noGrp="1"/>
          </p:cNvSpPr>
          <p:nvPr/>
        </p:nvSpPr>
        <p:spPr>
          <a:xfrm xmlns:a="http://schemas.openxmlformats.org/drawingml/2006/main">
            <a:off x="658368" y="1938528"/>
            <a:ext cx="10863072" cy="3639312"/>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9" name="Picture 8">
            <a:extLst xmlns:a="http://schemas.openxmlformats.org/drawingml/2006/main">
              <a:ext uri="{FF2B5EF4-FFF2-40B4-BE49-F238E27FC236}">
                <a16:creationId xmlns:a16="http://schemas.microsoft.com/office/drawing/2014/main" id="{BE7125FC-0A37-420F-B830-4C3B38EE463F}"/>
              </a:ext>
            </a:extLst>
          </p:cNvPr>
          <p:cNvPicPr>
            <a:picLocks xmlns:a="http://schemas.openxmlformats.org/drawingml/2006/main" noChangeAspect="1"/>
          </p:cNvPicPr>
          <p:nvPr/>
        </p:nvPicPr>
        <p:blipFill>
          <a:blip xmlns:r="http://schemas.openxmlformats.org/officeDocument/2006/relationships" xmlns:a="http://schemas.openxmlformats.org/drawingml/2006/main" r:embed="R3e64de4bdd6e4a68"/>
          <a:stretch xmlns:a="http://schemas.openxmlformats.org/drawingml/2006/main">
            <a:fillRect l="0" t="0" r="0" b="0"/>
          </a:stretch>
        </p:blipFill>
        <p:spPr>
          <a:xfrm xmlns:a="http://schemas.openxmlformats.org/drawingml/2006/main">
            <a:off x="731519" y="2233816"/>
            <a:ext cx="10716768" cy="3048735"/>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3D748089-6A80-4D36-A193-9319CBAA20E2}"/>
              </a:ext>
            </a:extLst>
          </p:cNvPr>
          <p:cNvSpPr>
            <a:spLocks xmlns:a="http://schemas.openxmlformats.org/drawingml/2006/main" noGrp="1"/>
          </p:cNvSpPr>
          <p:nvPr/>
        </p:nvSpPr>
        <p:spPr>
          <a:xfrm xmlns:a="http://schemas.openxmlformats.org/drawingml/2006/main">
            <a:off x="777240" y="5596128"/>
            <a:ext cx="10698480" cy="38404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73A49"/>
                </a:solidFill>
                <a:latin typeface="맑은 고딕"/>
                <a:ea typeface="맑은 고딕"/>
                <a:cs typeface="맑은 고딕"/>
              </a:defRPr>
            </a:pPr>
            <a:r>
              <a:t>Test: Recall 78.1% (25/32) · 목표 미달 → 적용 보류</a:t>
            </a:r>
          </a:p>
        </p:txBody>
      </p:sp>
      <p:sp>
        <p:nvSpPr>
          <p:cNvPr id="11" name="TextBox 10">
            <a:extLst xmlns:a="http://schemas.openxmlformats.org/drawingml/2006/main">
              <a:ext uri="{FF2B5EF4-FFF2-40B4-BE49-F238E27FC236}">
                <a16:creationId xmlns:a16="http://schemas.microsoft.com/office/drawing/2014/main" id="{1BB6A1B2-31A4-4A18-B7E5-487D943A4C27}"/>
              </a:ext>
            </a:extLst>
          </p:cNvPr>
          <p:cNvSpPr>
            <a:spLocks xmlns:a="http://schemas.openxmlformats.org/drawingml/2006/main" noGrp="1"/>
          </p:cNvSpPr>
          <p:nvPr/>
        </p:nvSpPr>
        <p:spPr>
          <a:xfrm xmlns:a="http://schemas.openxmlformats.org/drawingml/2006/main">
            <a:off x="777240" y="6053328"/>
            <a:ext cx="10698480" cy="21945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200" b="0">
                <a:solidFill>
                  <a:srgbClr val="617681"/>
                </a:solidFill>
                <a:latin typeface="맑은 고딕"/>
                <a:ea typeface="맑은 고딕"/>
                <a:cs typeface="맑은 고딕"/>
              </a:defRPr>
            </a:pPr>
            <a:r>
              <a:t>Validation에서는 좋았지만 Test에서는 목표 미달 · 기존 Test 재사용 탐색 · 새 독립 데이터 필요</a:t>
            </a:r>
          </a:p>
        </p:txBody>
      </p:sp>
    </p:spTree>
    <p:extLst>
      <p:ext uri="{BB962C8B-B14F-4D97-AF65-F5344CB8AC3E}">
        <p14:creationId xmlns:p14="http://schemas.microsoft.com/office/powerpoint/2010/main" val="1776490428"/>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A36D466-B592-459A-800A-DCAA4EB3717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4BB62C7-7D50-4676-AD67-216133ECD98E}"/>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08 · 같은 합성 센서 | 후보 선택용 데이터에서 앙상블 비율 선택</a:t>
            </a:r>
          </a:p>
        </p:txBody>
      </p:sp>
      <p:sp>
        <p:nvSpPr>
          <p:cNvPr id="4" name="TextBox 3">
            <a:extLst xmlns:a="http://schemas.openxmlformats.org/drawingml/2006/main">
              <a:ext uri="{FF2B5EF4-FFF2-40B4-BE49-F238E27FC236}">
                <a16:creationId xmlns:a16="http://schemas.microsoft.com/office/drawing/2014/main" id="{B3241754-BEC2-49EA-8836-CF9811D5E268}"/>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⑤ 선택 비율: CatBoost 90% + LightGBM 10%</a:t>
            </a:r>
          </a:p>
        </p:txBody>
      </p:sp>
      <p:sp>
        <p:nvSpPr>
          <p:cNvPr id="5" name="Rectangle 4">
            <a:extLst xmlns:a="http://schemas.openxmlformats.org/drawingml/2006/main">
              <a:ext uri="{FF2B5EF4-FFF2-40B4-BE49-F238E27FC236}">
                <a16:creationId xmlns:a16="http://schemas.microsoft.com/office/drawing/2014/main" id="{EE23AFF4-04FA-4C5B-A025-A62B1A3CC3B3}"/>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14BD71F-43A0-45EF-9B96-A870543D20EE}"/>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1C328AED-8E5C-433E-9270-BA57F3275486}"/>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08 / 17</a:t>
            </a:r>
          </a:p>
        </p:txBody>
      </p:sp>
      <p:sp>
        <p:nvSpPr>
          <p:cNvPr id="8" name="Rounded Rectangle 7">
            <a:extLst xmlns:a="http://schemas.openxmlformats.org/drawingml/2006/main">
              <a:ext uri="{FF2B5EF4-FFF2-40B4-BE49-F238E27FC236}">
                <a16:creationId xmlns:a16="http://schemas.microsoft.com/office/drawing/2014/main" id="{8BD92648-0D3E-4286-99F5-CFBF3A7DDF63}"/>
              </a:ext>
            </a:extLst>
          </p:cNvPr>
          <p:cNvSpPr>
            <a:spLocks xmlns:a="http://schemas.openxmlformats.org/drawingml/2006/main" noGrp="1"/>
          </p:cNvSpPr>
          <p:nvPr/>
        </p:nvSpPr>
        <p:spPr>
          <a:xfrm xmlns:a="http://schemas.openxmlformats.org/drawingml/2006/main">
            <a:off x="658368" y="1938528"/>
            <a:ext cx="10863072" cy="3639312"/>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9" name="Picture 8">
            <a:extLst xmlns:a="http://schemas.openxmlformats.org/drawingml/2006/main">
              <a:ext uri="{FF2B5EF4-FFF2-40B4-BE49-F238E27FC236}">
                <a16:creationId xmlns:a16="http://schemas.microsoft.com/office/drawing/2014/main" id="{28FD1177-FDCE-406B-AB6C-836904634378}"/>
              </a:ext>
            </a:extLst>
          </p:cNvPr>
          <p:cNvPicPr>
            <a:picLocks xmlns:a="http://schemas.openxmlformats.org/drawingml/2006/main" noChangeAspect="1"/>
          </p:cNvPicPr>
          <p:nvPr/>
        </p:nvPicPr>
        <p:blipFill>
          <a:blip xmlns:r="http://schemas.openxmlformats.org/officeDocument/2006/relationships" xmlns:a="http://schemas.openxmlformats.org/drawingml/2006/main" r:embed="R541ceb4983c04198"/>
          <a:stretch xmlns:a="http://schemas.openxmlformats.org/drawingml/2006/main">
            <a:fillRect l="0" t="0" r="0" b="0"/>
          </a:stretch>
        </p:blipFill>
        <p:spPr>
          <a:xfrm xmlns:a="http://schemas.openxmlformats.org/drawingml/2006/main">
            <a:off x="731520" y="2157137"/>
            <a:ext cx="10716768" cy="3202092"/>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C3B4EC59-B467-4A4F-8DE1-A0C76413629F}"/>
              </a:ext>
            </a:extLst>
          </p:cNvPr>
          <p:cNvSpPr>
            <a:spLocks xmlns:a="http://schemas.openxmlformats.org/drawingml/2006/main" noGrp="1"/>
          </p:cNvSpPr>
          <p:nvPr/>
        </p:nvSpPr>
        <p:spPr>
          <a:xfrm xmlns:a="http://schemas.openxmlformats.org/drawingml/2006/main">
            <a:off x="777240" y="5596128"/>
            <a:ext cx="1069848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000" b="1">
                <a:solidFill>
                  <a:srgbClr val="147D82"/>
                </a:solidFill>
                <a:latin typeface="맑은 고딕"/>
                <a:ea typeface="맑은 고딕"/>
                <a:cs typeface="맑은 고딕"/>
              </a:defRPr>
            </a:pPr>
            <a:r>
              <a:t>검출률 100.0% 유지 · F1 0.808 → 0.816</a:t>
            </a:r>
          </a:p>
        </p:txBody>
      </p:sp>
      <p:sp>
        <p:nvSpPr>
          <p:cNvPr id="11" name="TextBox 10">
            <a:extLst xmlns:a="http://schemas.openxmlformats.org/drawingml/2006/main">
              <a:ext uri="{FF2B5EF4-FFF2-40B4-BE49-F238E27FC236}">
                <a16:creationId xmlns:a16="http://schemas.microsoft.com/office/drawing/2014/main" id="{1B84AF9D-5C52-4C2D-B1F9-6EE1AE8BBFC5}"/>
              </a:ext>
            </a:extLst>
          </p:cNvPr>
          <p:cNvSpPr>
            <a:spLocks xmlns:a="http://schemas.openxmlformats.org/drawingml/2006/main" noGrp="1"/>
          </p:cNvSpPr>
          <p:nvPr/>
        </p:nvSpPr>
        <p:spPr>
          <a:xfrm xmlns:a="http://schemas.openxmlformats.org/drawingml/2006/main">
            <a:off x="777240" y="6053328"/>
            <a:ext cx="10698480" cy="21945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200" b="0">
                <a:solidFill>
                  <a:srgbClr val="617681"/>
                </a:solidFill>
                <a:latin typeface="맑은 고딕"/>
                <a:ea typeface="맑은 고딕"/>
                <a:cs typeface="맑은 고딕"/>
              </a:defRPr>
            </a:pPr>
            <a:r>
              <a:t>5% 간격과 균등 비율의 232개 비교 · 이 탐색 범위 안의 최선 · Test로 비율 선택하지 않음</a:t>
            </a:r>
          </a:p>
        </p:txBody>
      </p:sp>
    </p:spTree>
    <p:extLst>
      <p:ext uri="{BB962C8B-B14F-4D97-AF65-F5344CB8AC3E}">
        <p14:creationId xmlns:p14="http://schemas.microsoft.com/office/powerpoint/2010/main" val="1337536770"/>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EB02EEA-ED07-4299-AD2D-869B89D5717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E924065-E83F-4EA8-B66D-78EB33C74D55}"/>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09 · 합성 센서의 Test | 불량32개·정상224개</a:t>
            </a:r>
          </a:p>
        </p:txBody>
      </p:sp>
      <p:sp>
        <p:nvSpPr>
          <p:cNvPr id="4" name="TextBox 3">
            <a:extLst xmlns:a="http://schemas.openxmlformats.org/drawingml/2006/main">
              <a:ext uri="{FF2B5EF4-FFF2-40B4-BE49-F238E27FC236}">
                <a16:creationId xmlns:a16="http://schemas.microsoft.com/office/drawing/2014/main" id="{1B2689DF-4DB8-48B6-AF3B-709D65354F9E}"/>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⑥ 같은 검출률을 유지하며 정상 오판을 줄였습니다</a:t>
            </a:r>
          </a:p>
        </p:txBody>
      </p:sp>
      <p:sp>
        <p:nvSpPr>
          <p:cNvPr id="5" name="Rectangle 4">
            <a:extLst xmlns:a="http://schemas.openxmlformats.org/drawingml/2006/main">
              <a:ext uri="{FF2B5EF4-FFF2-40B4-BE49-F238E27FC236}">
                <a16:creationId xmlns:a16="http://schemas.microsoft.com/office/drawing/2014/main" id="{EFE139E8-4B43-451B-B664-78B544FE319E}"/>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6003D320-B168-4B75-9742-41CB731F6192}"/>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0C615CFE-054E-4AA2-912D-7E3EDE844E47}"/>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09 / 17</a:t>
            </a:r>
          </a:p>
        </p:txBody>
      </p:sp>
      <p:sp>
        <p:nvSpPr>
          <p:cNvPr id="8" name="TextBox 7">
            <a:extLst xmlns:a="http://schemas.openxmlformats.org/drawingml/2006/main">
              <a:ext uri="{FF2B5EF4-FFF2-40B4-BE49-F238E27FC236}">
                <a16:creationId xmlns:a16="http://schemas.microsoft.com/office/drawing/2014/main" id="{47FBF872-6A5D-4511-B854-82B367146833}"/>
              </a:ext>
            </a:extLst>
          </p:cNvPr>
          <p:cNvSpPr>
            <a:spLocks xmlns:a="http://schemas.openxmlformats.org/drawingml/2006/main" noGrp="1"/>
          </p:cNvSpPr>
          <p:nvPr/>
        </p:nvSpPr>
        <p:spPr>
          <a:xfrm xmlns:a="http://schemas.openxmlformats.org/drawingml/2006/main">
            <a:off x="713232" y="2103120"/>
            <a:ext cx="3886200" cy="79552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400" b="1">
                <a:solidFill>
                  <a:srgbClr val="147D82"/>
                </a:solidFill>
                <a:latin typeface="맑은 고딕"/>
                <a:ea typeface="맑은 고딕"/>
                <a:cs typeface="맑은 고딕"/>
              </a:defRPr>
            </a:pPr>
            <a:r>
              <a:t>불량 발견 30 → 30개</a:t>
            </a:r>
          </a:p>
        </p:txBody>
      </p:sp>
      <p:sp>
        <p:nvSpPr>
          <p:cNvPr id="9" name="TextBox 8">
            <a:extLst xmlns:a="http://schemas.openxmlformats.org/drawingml/2006/main">
              <a:ext uri="{FF2B5EF4-FFF2-40B4-BE49-F238E27FC236}">
                <a16:creationId xmlns:a16="http://schemas.microsoft.com/office/drawing/2014/main" id="{A10D893A-0738-4BF6-91AE-E4B90691DD1C}"/>
              </a:ext>
            </a:extLst>
          </p:cNvPr>
          <p:cNvSpPr>
            <a:spLocks xmlns:a="http://schemas.openxmlformats.org/drawingml/2006/main" noGrp="1"/>
          </p:cNvSpPr>
          <p:nvPr/>
        </p:nvSpPr>
        <p:spPr>
          <a:xfrm xmlns:a="http://schemas.openxmlformats.org/drawingml/2006/main">
            <a:off x="713232" y="3054096"/>
            <a:ext cx="3886200" cy="79552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400" b="1">
                <a:solidFill>
                  <a:srgbClr val="147D82"/>
                </a:solidFill>
                <a:latin typeface="맑은 고딕"/>
                <a:ea typeface="맑은 고딕"/>
                <a:cs typeface="맑은 고딕"/>
              </a:defRPr>
            </a:pPr>
            <a:r>
              <a:t>정상 오판 21 → 19개</a:t>
            </a:r>
          </a:p>
        </p:txBody>
      </p:sp>
      <p:sp>
        <p:nvSpPr>
          <p:cNvPr id="10" name="TextBox 9">
            <a:extLst xmlns:a="http://schemas.openxmlformats.org/drawingml/2006/main">
              <a:ext uri="{FF2B5EF4-FFF2-40B4-BE49-F238E27FC236}">
                <a16:creationId xmlns:a16="http://schemas.microsoft.com/office/drawing/2014/main" id="{D7B0EDD1-5733-4AF4-817B-A8A3288A7ED1}"/>
              </a:ext>
            </a:extLst>
          </p:cNvPr>
          <p:cNvSpPr>
            <a:spLocks xmlns:a="http://schemas.openxmlformats.org/drawingml/2006/main" noGrp="1"/>
          </p:cNvSpPr>
          <p:nvPr/>
        </p:nvSpPr>
        <p:spPr>
          <a:xfrm xmlns:a="http://schemas.openxmlformats.org/drawingml/2006/main">
            <a:off x="713232" y="4005072"/>
            <a:ext cx="3886200" cy="79552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73A49"/>
                </a:solidFill>
                <a:latin typeface="맑은 고딕"/>
                <a:ea typeface="맑은 고딕"/>
                <a:cs typeface="맑은 고딕"/>
              </a:defRPr>
            </a:pPr>
            <a:r>
              <a:t>Test F1 0.723 → 0.741</a:t>
            </a:r>
          </a:p>
        </p:txBody>
      </p:sp>
      <p:sp>
        <p:nvSpPr>
          <p:cNvPr id="11" name="TextBox 10">
            <a:extLst xmlns:a="http://schemas.openxmlformats.org/drawingml/2006/main">
              <a:ext uri="{FF2B5EF4-FFF2-40B4-BE49-F238E27FC236}">
                <a16:creationId xmlns:a16="http://schemas.microsoft.com/office/drawing/2014/main" id="{ABF6CB90-5787-49F6-B5DF-3081E45AB1D0}"/>
              </a:ext>
            </a:extLst>
          </p:cNvPr>
          <p:cNvSpPr>
            <a:spLocks xmlns:a="http://schemas.openxmlformats.org/drawingml/2006/main" noGrp="1"/>
          </p:cNvSpPr>
          <p:nvPr/>
        </p:nvSpPr>
        <p:spPr>
          <a:xfrm xmlns:a="http://schemas.openxmlformats.org/drawingml/2006/main">
            <a:off x="713232" y="4956048"/>
            <a:ext cx="3886200" cy="79552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73A49"/>
                </a:solidFill>
                <a:latin typeface="맑은 고딕"/>
                <a:ea typeface="맑은 고딕"/>
                <a:cs typeface="맑은 고딕"/>
              </a:defRPr>
            </a:pPr>
            <a:r>
              <a:t>검출률 93.8% · 시연 목표 충족</a:t>
            </a:r>
          </a:p>
          <a:p xmlns:a="http://schemas.openxmlformats.org/drawingml/2006/main">
            <a:pPr>
              <a:lnSpc>
                <a:spcPct val="114000"/>
              </a:lnSpc>
              <a:spcAft>
                <a:spcPts val="800"/>
              </a:spcAft>
              <a:buNone/>
              <a:defRPr sz="2100" b="1">
                <a:solidFill>
                  <a:srgbClr val="173A49"/>
                </a:solidFill>
                <a:latin typeface="맑은 고딕"/>
                <a:ea typeface="맑은 고딕"/>
                <a:cs typeface="맑은 고딕"/>
              </a:defRPr>
            </a:pPr>
            <a:r>
              <a:t>새 독립 데이터 검증 필요</a:t>
            </a:r>
          </a:p>
        </p:txBody>
      </p:sp>
      <p:sp>
        <p:nvSpPr>
          <p:cNvPr id="12" name="Rounded Rectangle 11">
            <a:extLst xmlns:a="http://schemas.openxmlformats.org/drawingml/2006/main">
              <a:ext uri="{FF2B5EF4-FFF2-40B4-BE49-F238E27FC236}">
                <a16:creationId xmlns:a16="http://schemas.microsoft.com/office/drawing/2014/main" id="{12CCB0B0-72FB-4196-AD20-2597C4BD1A00}"/>
              </a:ext>
            </a:extLst>
          </p:cNvPr>
          <p:cNvSpPr>
            <a:spLocks xmlns:a="http://schemas.openxmlformats.org/drawingml/2006/main" noGrp="1"/>
          </p:cNvSpPr>
          <p:nvPr/>
        </p:nvSpPr>
        <p:spPr>
          <a:xfrm xmlns:a="http://schemas.openxmlformats.org/drawingml/2006/main">
            <a:off x="4910328" y="1847088"/>
            <a:ext cx="6574536" cy="4306824"/>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2">
            <a:extLst xmlns:a="http://schemas.openxmlformats.org/drawingml/2006/main">
              <a:ext uri="{FF2B5EF4-FFF2-40B4-BE49-F238E27FC236}">
                <a16:creationId xmlns:a16="http://schemas.microsoft.com/office/drawing/2014/main" id="{73B4156E-A243-4101-BBCB-50FC703A72C3}"/>
              </a:ext>
            </a:extLst>
          </p:cNvPr>
          <p:cNvPicPr>
            <a:picLocks xmlns:a="http://schemas.openxmlformats.org/drawingml/2006/main" noChangeAspect="1"/>
          </p:cNvPicPr>
          <p:nvPr/>
        </p:nvPicPr>
        <p:blipFill>
          <a:blip xmlns:r="http://schemas.openxmlformats.org/officeDocument/2006/relationships" xmlns:a="http://schemas.openxmlformats.org/drawingml/2006/main" r:embed="Rf1932f99a9f84152"/>
          <a:stretch xmlns:a="http://schemas.openxmlformats.org/drawingml/2006/main">
            <a:fillRect l="0" t="0" r="0" b="0"/>
          </a:stretch>
        </p:blipFill>
        <p:spPr>
          <a:xfrm xmlns:a="http://schemas.openxmlformats.org/drawingml/2006/main">
            <a:off x="4983480" y="2167095"/>
            <a:ext cx="6428232" cy="3666808"/>
          </a:xfrm>
          <a:prstGeom xmlns:a="http://schemas.openxmlformats.org/drawingml/2006/main" prst="rect">
            <a:avLst/>
          </a:prstGeom>
        </p:spPr>
      </p:pic>
    </p:spTree>
    <p:extLst>
      <p:ext uri="{BB962C8B-B14F-4D97-AF65-F5344CB8AC3E}">
        <p14:creationId xmlns:p14="http://schemas.microsoft.com/office/powerpoint/2010/main" val="1738191865"/>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09 · 모델 관리 | 별도 변화 합성 배치의 성능 점검">
            <a:extLst xmlns:a="http://schemas.openxmlformats.org/drawingml/2006/main">
              <a:ext uri="{FF2B5EF4-FFF2-40B4-BE49-F238E27FC236}">
                <a16:creationId xmlns:a16="http://schemas.microsoft.com/office/drawing/2014/main" id="{4A0EE040-B55E-4CD9-A87D-0D68F0038089}"/>
              </a:ext>
            </a:extLst>
          </p:cNvPr>
          <p:cNvSpPr>
            <a:spLocks xmlns:a="http://schemas.openxmlformats.org/drawingml/2006/main" noGrp="1"/>
          </p:cNvSpPr>
          <p:nvPr/>
        </p:nvSpPr>
        <p:spPr>
          <a:xfrm xmlns:a="http://schemas.openxmlformats.org/drawingml/2006/main">
            <a:off x="609600" y="2952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1">
                <a:solidFill>
                  <a:srgbClr val="147D82"/>
                </a:solidFill>
                <a:latin typeface="맑은 고딕"/>
                <a:ea typeface="맑은 고딕"/>
                <a:cs typeface="맑은 고딕"/>
              </a:defRPr>
            </a:defPPr>
            <a:lvl1pPr algn="l">
              <a:buNone/>
              <a:defRPr sz="1200" b="1">
                <a:solidFill>
                  <a:srgbClr val="147D82"/>
                </a:solidFill>
                <a:latin typeface="맑은 고딕"/>
                <a:ea typeface="맑은 고딕"/>
                <a:cs typeface="맑은 고딕"/>
              </a:defRPr>
            </a:lvl1pPr>
            <a:lvl2pPr algn="l">
              <a:buNone/>
              <a:defRPr sz="1200" b="1">
                <a:solidFill>
                  <a:srgbClr val="147D82"/>
                </a:solidFill>
                <a:latin typeface="맑은 고딕"/>
                <a:ea typeface="맑은 고딕"/>
                <a:cs typeface="맑은 고딕"/>
              </a:defRPr>
            </a:lvl2pPr>
            <a:lvl3pPr algn="l">
              <a:buNone/>
              <a:defRPr sz="1200" b="1">
                <a:solidFill>
                  <a:srgbClr val="147D82"/>
                </a:solidFill>
                <a:latin typeface="맑은 고딕"/>
                <a:ea typeface="맑은 고딕"/>
                <a:cs typeface="맑은 고딕"/>
              </a:defRPr>
            </a:lvl3pPr>
            <a:lvl4pPr algn="l">
              <a:buNone/>
              <a:defRPr sz="1200" b="1">
                <a:solidFill>
                  <a:srgbClr val="147D82"/>
                </a:solidFill>
                <a:latin typeface="맑은 고딕"/>
                <a:ea typeface="맑은 고딕"/>
                <a:cs typeface="맑은 고딕"/>
              </a:defRPr>
            </a:lvl4pPr>
            <a:lvl5pPr algn="l">
              <a:buNone/>
              <a:defRPr sz="1200" b="1">
                <a:solidFill>
                  <a:srgbClr val="147D82"/>
                </a:solidFill>
                <a:latin typeface="맑은 고딕"/>
                <a:ea typeface="맑은 고딕"/>
                <a:cs typeface="맑은 고딕"/>
              </a:defRPr>
            </a:lvl5pPr>
            <a:lvl6pPr algn="l">
              <a:buNone/>
              <a:defRPr sz="1200" b="1">
                <a:solidFill>
                  <a:srgbClr val="147D82"/>
                </a:solidFill>
                <a:latin typeface="맑은 고딕"/>
                <a:ea typeface="맑은 고딕"/>
                <a:cs typeface="맑은 고딕"/>
              </a:defRPr>
            </a:lvl6pPr>
            <a:lvl7pPr algn="l">
              <a:buNone/>
              <a:defRPr sz="1200" b="1">
                <a:solidFill>
                  <a:srgbClr val="147D82"/>
                </a:solidFill>
                <a:latin typeface="맑은 고딕"/>
                <a:ea typeface="맑은 고딕"/>
                <a:cs typeface="맑은 고딕"/>
              </a:defRPr>
            </a:lvl7pPr>
            <a:lvl8pPr algn="l">
              <a:buNone/>
              <a:defRPr sz="1200" b="1">
                <a:solidFill>
                  <a:srgbClr val="147D82"/>
                </a:solidFill>
                <a:latin typeface="맑은 고딕"/>
                <a:ea typeface="맑은 고딕"/>
                <a:cs typeface="맑은 고딕"/>
              </a:defRPr>
            </a:lvl8pPr>
            <a:lvl9pPr algn="l">
              <a:buNone/>
              <a:defRPr sz="1200" b="1">
                <a:solidFill>
                  <a:srgbClr val="147D82"/>
                </a:solidFill>
                <a:latin typeface="맑은 고딕"/>
                <a:ea typeface="맑은 고딕"/>
                <a:cs typeface="맑은 고딕"/>
              </a:defRPr>
            </a:lvl9pPr>
          </a:lstStyle>
          <a:p xmlns:a="http://schemas.openxmlformats.org/drawingml/2006/main">
            <a:pPr algn="l">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10 · 새 변화 합성 배치3,840건 | 기존 모델 점검</a:t>
            </a:r>
          </a:p>
        </p:txBody>
      </p:sp>
      <p:sp>
        <p:nvSpPr>
          <p:cNvPr id="2" name="⑥ 새 정답 데이터로 기존 모델을 점검합니다">
            <a:extLst xmlns:a="http://schemas.openxmlformats.org/drawingml/2006/main">
              <a:ext uri="{FF2B5EF4-FFF2-40B4-BE49-F238E27FC236}">
                <a16:creationId xmlns:a16="http://schemas.microsoft.com/office/drawing/2014/main" id="{48303A7B-EFB5-448F-8958-02A7EA4FD428}"/>
              </a:ext>
            </a:extLst>
          </p:cNvPr>
          <p:cNvSpPr>
            <a:spLocks xmlns:a="http://schemas.openxmlformats.org/drawingml/2006/main" noGrp="1"/>
          </p:cNvSpPr>
          <p:nvPr/>
        </p:nvSpPr>
        <p:spPr>
          <a:xfrm xmlns:a="http://schemas.openxmlformats.org/drawingml/2006/main">
            <a:off x="609600" y="838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925" b="1">
                <a:solidFill>
                  <a:srgbClr val="173A49"/>
                </a:solidFill>
                <a:latin typeface="맑은 고딕"/>
                <a:ea typeface="맑은 고딕"/>
                <a:cs typeface="맑은 고딕"/>
              </a:defRPr>
            </a:defPPr>
            <a:lvl1pPr algn="l">
              <a:buNone/>
              <a:defRPr sz="2925" b="1">
                <a:solidFill>
                  <a:srgbClr val="173A49"/>
                </a:solidFill>
                <a:latin typeface="맑은 고딕"/>
                <a:ea typeface="맑은 고딕"/>
                <a:cs typeface="맑은 고딕"/>
              </a:defRPr>
            </a:lvl1pPr>
            <a:lvl2pPr algn="l">
              <a:buNone/>
              <a:defRPr sz="2925" b="1">
                <a:solidFill>
                  <a:srgbClr val="173A49"/>
                </a:solidFill>
                <a:latin typeface="맑은 고딕"/>
                <a:ea typeface="맑은 고딕"/>
                <a:cs typeface="맑은 고딕"/>
              </a:defRPr>
            </a:lvl2pPr>
            <a:lvl3pPr algn="l">
              <a:buNone/>
              <a:defRPr sz="2925" b="1">
                <a:solidFill>
                  <a:srgbClr val="173A49"/>
                </a:solidFill>
                <a:latin typeface="맑은 고딕"/>
                <a:ea typeface="맑은 고딕"/>
                <a:cs typeface="맑은 고딕"/>
              </a:defRPr>
            </a:lvl3pPr>
            <a:lvl4pPr algn="l">
              <a:buNone/>
              <a:defRPr sz="2925" b="1">
                <a:solidFill>
                  <a:srgbClr val="173A49"/>
                </a:solidFill>
                <a:latin typeface="맑은 고딕"/>
                <a:ea typeface="맑은 고딕"/>
                <a:cs typeface="맑은 고딕"/>
              </a:defRPr>
            </a:lvl4pPr>
            <a:lvl5pPr algn="l">
              <a:buNone/>
              <a:defRPr sz="2925" b="1">
                <a:solidFill>
                  <a:srgbClr val="173A49"/>
                </a:solidFill>
                <a:latin typeface="맑은 고딕"/>
                <a:ea typeface="맑은 고딕"/>
                <a:cs typeface="맑은 고딕"/>
              </a:defRPr>
            </a:lvl5pPr>
            <a:lvl6pPr algn="l">
              <a:buNone/>
              <a:defRPr sz="2925" b="1">
                <a:solidFill>
                  <a:srgbClr val="173A49"/>
                </a:solidFill>
                <a:latin typeface="맑은 고딕"/>
                <a:ea typeface="맑은 고딕"/>
                <a:cs typeface="맑은 고딕"/>
              </a:defRPr>
            </a:lvl6pPr>
            <a:lvl7pPr algn="l">
              <a:buNone/>
              <a:defRPr sz="2925" b="1">
                <a:solidFill>
                  <a:srgbClr val="173A49"/>
                </a:solidFill>
                <a:latin typeface="맑은 고딕"/>
                <a:ea typeface="맑은 고딕"/>
                <a:cs typeface="맑은 고딕"/>
              </a:defRPr>
            </a:lvl7pPr>
            <a:lvl8pPr algn="l">
              <a:buNone/>
              <a:defRPr sz="2925" b="1">
                <a:solidFill>
                  <a:srgbClr val="173A49"/>
                </a:solidFill>
                <a:latin typeface="맑은 고딕"/>
                <a:ea typeface="맑은 고딕"/>
                <a:cs typeface="맑은 고딕"/>
              </a:defRPr>
            </a:lvl8pPr>
            <a:lvl9pPr algn="l">
              <a:buNone/>
              <a:defRPr sz="2925" b="1">
                <a:solidFill>
                  <a:srgbClr val="173A49"/>
                </a:solidFill>
                <a:latin typeface="맑은 고딕"/>
                <a:ea typeface="맑은 고딕"/>
                <a:cs typeface="맑은 고딕"/>
              </a:defRPr>
            </a:lvl9pPr>
          </a:lstStyle>
          <a:p xmlns:a="http://schemas.openxmlformats.org/drawingml/2006/main">
            <a:pPr algn="l">
              <a:buNone/>
              <a:defRPr sz="2925" b="1">
                <a:solidFill>
                  <a:srgbClr val="173A49"/>
                </a:solidFill>
                <a:latin typeface="맑은 고딕"/>
                <a:ea typeface="맑은 고딕"/>
                <a:cs typeface="맑은 고딕"/>
              </a:defRPr>
            </a:pPr>
            <a:r>
              <a:rPr sz="2925" b="1">
                <a:solidFill>
                  <a:srgbClr val="173A49"/>
                </a:solidFill>
                <a:latin typeface="맑은 고딕"/>
                <a:ea typeface="맑은 고딕"/>
                <a:cs typeface="맑은 고딕"/>
              </a:rPr>
              <a:t>⑦ 새 정답 데이터로 기존 모델을 점검합니다</a:t>
            </a:r>
          </a:p>
        </p:txBody>
      </p:sp>
      <p:sp>
        <p:nvSpPr>
          <p:cNvPr id="3" name="SKALA 광주 2반 · G045 김용찬">
            <a:extLst xmlns:a="http://schemas.openxmlformats.org/drawingml/2006/main">
              <a:ext uri="{FF2B5EF4-FFF2-40B4-BE49-F238E27FC236}">
                <a16:creationId xmlns:a16="http://schemas.microsoft.com/office/drawing/2014/main" id="{58A97200-8471-46DC-B659-799EAC2176EA}"/>
              </a:ext>
            </a:extLst>
          </p:cNvPr>
          <p:cNvSpPr>
            <a:spLocks xmlns:a="http://schemas.openxmlformats.org/drawingml/2006/main" noGrp="1"/>
          </p:cNvSpPr>
          <p:nvPr/>
        </p:nvSpPr>
        <p:spPr>
          <a:xfrm xmlns:a="http://schemas.openxmlformats.org/drawingml/2006/main">
            <a:off x="609600" y="64198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75" b="0">
                <a:solidFill>
                  <a:srgbClr val="617681"/>
                </a:solidFill>
                <a:latin typeface="맑은 고딕"/>
                <a:ea typeface="맑은 고딕"/>
                <a:cs typeface="맑은 고딕"/>
              </a:defRPr>
            </a:defPPr>
            <a:lvl1pPr>
              <a:buNone/>
              <a:defRPr sz="975" b="0">
                <a:solidFill>
                  <a:srgbClr val="617681"/>
                </a:solidFill>
                <a:latin typeface="맑은 고딕"/>
                <a:ea typeface="맑은 고딕"/>
                <a:cs typeface="맑은 고딕"/>
              </a:defRPr>
            </a:lvl1pPr>
            <a:lvl2pPr>
              <a:buNone/>
              <a:defRPr sz="975" b="0">
                <a:solidFill>
                  <a:srgbClr val="617681"/>
                </a:solidFill>
                <a:latin typeface="맑은 고딕"/>
                <a:ea typeface="맑은 고딕"/>
                <a:cs typeface="맑은 고딕"/>
              </a:defRPr>
            </a:lvl2pPr>
            <a:lvl3pPr>
              <a:buNone/>
              <a:defRPr sz="975" b="0">
                <a:solidFill>
                  <a:srgbClr val="617681"/>
                </a:solidFill>
                <a:latin typeface="맑은 고딕"/>
                <a:ea typeface="맑은 고딕"/>
                <a:cs typeface="맑은 고딕"/>
              </a:defRPr>
            </a:lvl3pPr>
            <a:lvl4pPr>
              <a:buNone/>
              <a:defRPr sz="975" b="0">
                <a:solidFill>
                  <a:srgbClr val="617681"/>
                </a:solidFill>
                <a:latin typeface="맑은 고딕"/>
                <a:ea typeface="맑은 고딕"/>
                <a:cs typeface="맑은 고딕"/>
              </a:defRPr>
            </a:lvl4pPr>
            <a:lvl5pPr>
              <a:buNone/>
              <a:defRPr sz="975" b="0">
                <a:solidFill>
                  <a:srgbClr val="617681"/>
                </a:solidFill>
                <a:latin typeface="맑은 고딕"/>
                <a:ea typeface="맑은 고딕"/>
                <a:cs typeface="맑은 고딕"/>
              </a:defRPr>
            </a:lvl5pPr>
            <a:lvl6pPr>
              <a:buNone/>
              <a:defRPr sz="975" b="0">
                <a:solidFill>
                  <a:srgbClr val="617681"/>
                </a:solidFill>
                <a:latin typeface="맑은 고딕"/>
                <a:ea typeface="맑은 고딕"/>
                <a:cs typeface="맑은 고딕"/>
              </a:defRPr>
            </a:lvl6pPr>
            <a:lvl7pPr>
              <a:buNone/>
              <a:defRPr sz="975" b="0">
                <a:solidFill>
                  <a:srgbClr val="617681"/>
                </a:solidFill>
                <a:latin typeface="맑은 고딕"/>
                <a:ea typeface="맑은 고딕"/>
                <a:cs typeface="맑은 고딕"/>
              </a:defRPr>
            </a:lvl7pPr>
            <a:lvl8pPr>
              <a:buNone/>
              <a:defRPr sz="975" b="0">
                <a:solidFill>
                  <a:srgbClr val="617681"/>
                </a:solidFill>
                <a:latin typeface="맑은 고딕"/>
                <a:ea typeface="맑은 고딕"/>
                <a:cs typeface="맑은 고딕"/>
              </a:defRPr>
            </a:lvl8pPr>
            <a:lvl9pPr>
              <a:buNone/>
              <a:defRPr sz="975" b="0">
                <a:solidFill>
                  <a:srgbClr val="617681"/>
                </a:solidFill>
                <a:latin typeface="맑은 고딕"/>
                <a:ea typeface="맑은 고딕"/>
                <a:cs typeface="맑은 고딕"/>
              </a:defRPr>
            </a:lvl9pPr>
          </a:lstStyle>
          <a:p xmlns:a="http://schemas.openxmlformats.org/drawingml/2006/main">
            <a:pPr>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SKALA 광주 2반 · G045 김용찬</a:t>
            </a:r>
          </a:p>
        </p:txBody>
      </p:sp>
      <p:sp>
        <p:nvSpPr>
          <p:cNvPr id="4" name="09 / 17">
            <a:extLst xmlns:a="http://schemas.openxmlformats.org/drawingml/2006/main">
              <a:ext uri="{FF2B5EF4-FFF2-40B4-BE49-F238E27FC236}">
                <a16:creationId xmlns:a16="http://schemas.microsoft.com/office/drawing/2014/main" id="{A15BD2DD-3076-45A7-9D2A-B96B6F70FC28}"/>
              </a:ext>
            </a:extLst>
          </p:cNvPr>
          <p:cNvSpPr>
            <a:spLocks xmlns:a="http://schemas.openxmlformats.org/drawingml/2006/main" noGrp="1"/>
          </p:cNvSpPr>
          <p:nvPr/>
        </p:nvSpPr>
        <p:spPr>
          <a:xfrm xmlns:a="http://schemas.openxmlformats.org/drawingml/2006/main">
            <a:off x="10153650" y="64198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975" b="0">
                <a:solidFill>
                  <a:srgbClr val="617681"/>
                </a:solidFill>
                <a:latin typeface="맑은 고딕"/>
                <a:ea typeface="맑은 고딕"/>
                <a:cs typeface="맑은 고딕"/>
              </a:defRPr>
            </a:defPPr>
            <a:lvl1pPr algn="l">
              <a:buNone/>
              <a:defRPr sz="975" b="0">
                <a:solidFill>
                  <a:srgbClr val="617681"/>
                </a:solidFill>
                <a:latin typeface="맑은 고딕"/>
                <a:ea typeface="맑은 고딕"/>
                <a:cs typeface="맑은 고딕"/>
              </a:defRPr>
            </a:lvl1pPr>
            <a:lvl2pPr algn="l">
              <a:buNone/>
              <a:defRPr sz="975" b="0">
                <a:solidFill>
                  <a:srgbClr val="617681"/>
                </a:solidFill>
                <a:latin typeface="맑은 고딕"/>
                <a:ea typeface="맑은 고딕"/>
                <a:cs typeface="맑은 고딕"/>
              </a:defRPr>
            </a:lvl2pPr>
            <a:lvl3pPr algn="l">
              <a:buNone/>
              <a:defRPr sz="975" b="0">
                <a:solidFill>
                  <a:srgbClr val="617681"/>
                </a:solidFill>
                <a:latin typeface="맑은 고딕"/>
                <a:ea typeface="맑은 고딕"/>
                <a:cs typeface="맑은 고딕"/>
              </a:defRPr>
            </a:lvl3pPr>
            <a:lvl4pPr algn="l">
              <a:buNone/>
              <a:defRPr sz="975" b="0">
                <a:solidFill>
                  <a:srgbClr val="617681"/>
                </a:solidFill>
                <a:latin typeface="맑은 고딕"/>
                <a:ea typeface="맑은 고딕"/>
                <a:cs typeface="맑은 고딕"/>
              </a:defRPr>
            </a:lvl4pPr>
            <a:lvl5pPr algn="l">
              <a:buNone/>
              <a:defRPr sz="975" b="0">
                <a:solidFill>
                  <a:srgbClr val="617681"/>
                </a:solidFill>
                <a:latin typeface="맑은 고딕"/>
                <a:ea typeface="맑은 고딕"/>
                <a:cs typeface="맑은 고딕"/>
              </a:defRPr>
            </a:lvl5pPr>
            <a:lvl6pPr algn="l">
              <a:buNone/>
              <a:defRPr sz="975" b="0">
                <a:solidFill>
                  <a:srgbClr val="617681"/>
                </a:solidFill>
                <a:latin typeface="맑은 고딕"/>
                <a:ea typeface="맑은 고딕"/>
                <a:cs typeface="맑은 고딕"/>
              </a:defRPr>
            </a:lvl6pPr>
            <a:lvl7pPr algn="l">
              <a:buNone/>
              <a:defRPr sz="975" b="0">
                <a:solidFill>
                  <a:srgbClr val="617681"/>
                </a:solidFill>
                <a:latin typeface="맑은 고딕"/>
                <a:ea typeface="맑은 고딕"/>
                <a:cs typeface="맑은 고딕"/>
              </a:defRPr>
            </a:lvl7pPr>
            <a:lvl8pPr algn="l">
              <a:buNone/>
              <a:defRPr sz="975" b="0">
                <a:solidFill>
                  <a:srgbClr val="617681"/>
                </a:solidFill>
                <a:latin typeface="맑은 고딕"/>
                <a:ea typeface="맑은 고딕"/>
                <a:cs typeface="맑은 고딕"/>
              </a:defRPr>
            </a:lvl8pPr>
            <a:lvl9pPr algn="l">
              <a:buNone/>
              <a:defRPr sz="975" b="0">
                <a:solidFill>
                  <a:srgbClr val="617681"/>
                </a:solidFill>
                <a:latin typeface="맑은 고딕"/>
                <a:ea typeface="맑은 고딕"/>
                <a:cs typeface="맑은 고딕"/>
              </a:defRPr>
            </a:lvl9pPr>
          </a:lstStyle>
          <a:p xmlns:a="http://schemas.openxmlformats.org/drawingml/2006/main">
            <a:pPr algn="l">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10 / 17</a:t>
            </a:r>
          </a:p>
        </p:txBody>
      </p:sp>
      <p:pic>
        <p:nvPicPr>
          <p:cNvPr id="5" name="">
            <a:extLst xmlns:a="http://schemas.openxmlformats.org/drawingml/2006/main">
              <a:ext uri="{FF2B5EF4-FFF2-40B4-BE49-F238E27FC236}">
                <a16:creationId xmlns:a16="http://schemas.microsoft.com/office/drawing/2014/main" id="{462E8EDB-D064-44F7-A230-F612D7D5048C}"/>
              </a:ext>
            </a:extLst>
          </p:cNvPr>
          <p:cNvPicPr>
            <a:picLocks xmlns:a="http://schemas.openxmlformats.org/drawingml/2006/main" noChangeAspect="1"/>
          </p:cNvPicPr>
          <p:nvPr/>
        </p:nvPicPr>
        <p:blipFill>
          <a:blip xmlns:r="http://schemas.openxmlformats.org/officeDocument/2006/relationships" xmlns:a="http://schemas.openxmlformats.org/drawingml/2006/main" r:embed="R0bbb6fb82ed547ea"/>
          <a:stretch xmlns:a="http://schemas.openxmlformats.org/drawingml/2006/main"/>
        </p:blipFill>
        <p:spPr>
          <a:xfrm xmlns:a="http://schemas.openxmlformats.org/drawingml/2006/main">
            <a:off x="609600" y="2019300"/>
            <a:ext cx="7239000" cy="3780224"/>
          </a:xfrm>
          <a:prstGeom xmlns:a="http://schemas.openxmlformats.org/drawingml/2006/main" prst="rect">
            <a:avLst/>
          </a:prstGeom>
        </p:spPr>
      </p:pic>
      <p:sp>
        <p:nvSpPr>
          <p:cNvPr id="6" name="새 배치의 정답으로&#10;기존 모델 그대로 점검">
            <a:extLst xmlns:a="http://schemas.openxmlformats.org/drawingml/2006/main">
              <a:ext uri="{FF2B5EF4-FFF2-40B4-BE49-F238E27FC236}">
                <a16:creationId xmlns:a16="http://schemas.microsoft.com/office/drawing/2014/main" id="{9DFB19CC-081D-4735-8D3F-BB37D92E6150}"/>
              </a:ext>
            </a:extLst>
          </p:cNvPr>
          <p:cNvSpPr>
            <a:spLocks xmlns:a="http://schemas.openxmlformats.org/drawingml/2006/main" noGrp="1"/>
          </p:cNvSpPr>
          <p:nvPr/>
        </p:nvSpPr>
        <p:spPr>
          <a:xfrm xmlns:a="http://schemas.openxmlformats.org/drawingml/2006/main">
            <a:off x="8210550" y="20478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73A49"/>
                </a:solidFill>
                <a:latin typeface="맑은 고딕"/>
                <a:ea typeface="맑은 고딕"/>
                <a:cs typeface="맑은 고딕"/>
              </a:defRPr>
            </a:defPPr>
            <a:lvl1pPr>
              <a:buNone/>
              <a:defRPr sz="2175" b="1">
                <a:solidFill>
                  <a:srgbClr val="173A49"/>
                </a:solidFill>
                <a:latin typeface="맑은 고딕"/>
                <a:ea typeface="맑은 고딕"/>
                <a:cs typeface="맑은 고딕"/>
              </a:defRPr>
            </a:lvl1pPr>
            <a:lvl2pPr>
              <a:buNone/>
              <a:defRPr sz="2175" b="1">
                <a:solidFill>
                  <a:srgbClr val="173A49"/>
                </a:solidFill>
                <a:latin typeface="맑은 고딕"/>
                <a:ea typeface="맑은 고딕"/>
                <a:cs typeface="맑은 고딕"/>
              </a:defRPr>
            </a:lvl2pPr>
            <a:lvl3pPr>
              <a:buNone/>
              <a:defRPr sz="2175" b="1">
                <a:solidFill>
                  <a:srgbClr val="173A49"/>
                </a:solidFill>
                <a:latin typeface="맑은 고딕"/>
                <a:ea typeface="맑은 고딕"/>
                <a:cs typeface="맑은 고딕"/>
              </a:defRPr>
            </a:lvl3pPr>
            <a:lvl4pPr>
              <a:buNone/>
              <a:defRPr sz="2175" b="1">
                <a:solidFill>
                  <a:srgbClr val="173A49"/>
                </a:solidFill>
                <a:latin typeface="맑은 고딕"/>
                <a:ea typeface="맑은 고딕"/>
                <a:cs typeface="맑은 고딕"/>
              </a:defRPr>
            </a:lvl4pPr>
            <a:lvl5pPr>
              <a:buNone/>
              <a:defRPr sz="2175" b="1">
                <a:solidFill>
                  <a:srgbClr val="173A49"/>
                </a:solidFill>
                <a:latin typeface="맑은 고딕"/>
                <a:ea typeface="맑은 고딕"/>
                <a:cs typeface="맑은 고딕"/>
              </a:defRPr>
            </a:lvl5pPr>
            <a:lvl6pPr>
              <a:buNone/>
              <a:defRPr sz="2175" b="1">
                <a:solidFill>
                  <a:srgbClr val="173A49"/>
                </a:solidFill>
                <a:latin typeface="맑은 고딕"/>
                <a:ea typeface="맑은 고딕"/>
                <a:cs typeface="맑은 고딕"/>
              </a:defRPr>
            </a:lvl6pPr>
            <a:lvl7pPr>
              <a:buNone/>
              <a:defRPr sz="2175" b="1">
                <a:solidFill>
                  <a:srgbClr val="173A49"/>
                </a:solidFill>
                <a:latin typeface="맑은 고딕"/>
                <a:ea typeface="맑은 고딕"/>
                <a:cs typeface="맑은 고딕"/>
              </a:defRPr>
            </a:lvl7pPr>
            <a:lvl8pPr>
              <a:buNone/>
              <a:defRPr sz="2175" b="1">
                <a:solidFill>
                  <a:srgbClr val="173A49"/>
                </a:solidFill>
                <a:latin typeface="맑은 고딕"/>
                <a:ea typeface="맑은 고딕"/>
                <a:cs typeface="맑은 고딕"/>
              </a:defRPr>
            </a:lvl8pPr>
            <a:lvl9pPr>
              <a:buNone/>
              <a:defRPr sz="2175" b="1">
                <a:solidFill>
                  <a:srgbClr val="173A49"/>
                </a:solidFill>
                <a:latin typeface="맑은 고딕"/>
                <a:ea typeface="맑은 고딕"/>
                <a:cs typeface="맑은 고딕"/>
              </a:defRPr>
            </a:lvl9pPr>
          </a:lstStyle>
          <a:p xmlns:a="http://schemas.openxmlformats.org/drawingml/2006/main">
            <a:pPr>
              <a:buNone/>
              <a:defRPr sz="2175" b="1">
                <a:solidFill>
                  <a:srgbClr val="173A49"/>
                </a:solidFill>
                <a:latin typeface="맑은 고딕"/>
                <a:ea typeface="맑은 고딕"/>
                <a:cs typeface="맑은 고딕"/>
              </a:defRPr>
            </a:pPr>
            <a:r>
              <a:rPr sz="2175" b="1">
                <a:solidFill>
                  <a:srgbClr val="173A49"/>
                </a:solidFill>
                <a:latin typeface="맑은 고딕"/>
                <a:ea typeface="맑은 고딕"/>
                <a:cs typeface="맑은 고딕"/>
              </a:rPr>
              <a:t>새 배치의 정답으로</a:t>
            </a:r>
          </a:p>
          <a:p xmlns:a="http://schemas.openxmlformats.org/drawingml/2006/main">
            <a:pPr>
              <a:buNone/>
              <a:defRPr sz="2175" b="1">
                <a:solidFill>
                  <a:srgbClr val="173A49"/>
                </a:solidFill>
                <a:latin typeface="맑은 고딕"/>
                <a:ea typeface="맑은 고딕"/>
                <a:cs typeface="맑은 고딕"/>
              </a:defRPr>
            </a:pPr>
            <a:r>
              <a:rPr sz="2175" b="1">
                <a:solidFill>
                  <a:srgbClr val="173A49"/>
                </a:solidFill>
                <a:latin typeface="맑은 고딕"/>
                <a:ea typeface="맑은 고딕"/>
                <a:cs typeface="맑은 고딕"/>
              </a:rPr>
              <a:t>기존 모델 그대로 점검</a:t>
            </a:r>
          </a:p>
        </p:txBody>
      </p:sp>
      <p:sp>
        <p:nvSpPr>
          <p:cNvPr id="7" name="검출 목표 미달&#10;재학습 비교 제안">
            <a:extLst xmlns:a="http://schemas.openxmlformats.org/drawingml/2006/main">
              <a:ext uri="{FF2B5EF4-FFF2-40B4-BE49-F238E27FC236}">
                <a16:creationId xmlns:a16="http://schemas.microsoft.com/office/drawing/2014/main" id="{422F52E2-A5B9-427C-8E29-C8A7EF548477}"/>
              </a:ext>
            </a:extLst>
          </p:cNvPr>
          <p:cNvSpPr>
            <a:spLocks xmlns:a="http://schemas.openxmlformats.org/drawingml/2006/main" noGrp="1"/>
          </p:cNvSpPr>
          <p:nvPr/>
        </p:nvSpPr>
        <p:spPr>
          <a:xfrm xmlns:a="http://schemas.openxmlformats.org/drawingml/2006/main">
            <a:off x="8210550" y="31908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47D82"/>
                </a:solidFill>
                <a:latin typeface="맑은 고딕"/>
                <a:ea typeface="맑은 고딕"/>
                <a:cs typeface="맑은 고딕"/>
              </a:defRPr>
            </a:defPPr>
            <a:lvl1pPr>
              <a:buNone/>
              <a:defRPr sz="2100" b="0">
                <a:solidFill>
                  <a:srgbClr val="147D82"/>
                </a:solidFill>
                <a:latin typeface="맑은 고딕"/>
                <a:ea typeface="맑은 고딕"/>
                <a:cs typeface="맑은 고딕"/>
              </a:defRPr>
            </a:lvl1pPr>
            <a:lvl2pPr>
              <a:buNone/>
              <a:defRPr sz="2100" b="0">
                <a:solidFill>
                  <a:srgbClr val="147D82"/>
                </a:solidFill>
                <a:latin typeface="맑은 고딕"/>
                <a:ea typeface="맑은 고딕"/>
                <a:cs typeface="맑은 고딕"/>
              </a:defRPr>
            </a:lvl2pPr>
            <a:lvl3pPr>
              <a:buNone/>
              <a:defRPr sz="2100" b="0">
                <a:solidFill>
                  <a:srgbClr val="147D82"/>
                </a:solidFill>
                <a:latin typeface="맑은 고딕"/>
                <a:ea typeface="맑은 고딕"/>
                <a:cs typeface="맑은 고딕"/>
              </a:defRPr>
            </a:lvl3pPr>
            <a:lvl4pPr>
              <a:buNone/>
              <a:defRPr sz="2100" b="0">
                <a:solidFill>
                  <a:srgbClr val="147D82"/>
                </a:solidFill>
                <a:latin typeface="맑은 고딕"/>
                <a:ea typeface="맑은 고딕"/>
                <a:cs typeface="맑은 고딕"/>
              </a:defRPr>
            </a:lvl4pPr>
            <a:lvl5pPr>
              <a:buNone/>
              <a:defRPr sz="2100" b="0">
                <a:solidFill>
                  <a:srgbClr val="147D82"/>
                </a:solidFill>
                <a:latin typeface="맑은 고딕"/>
                <a:ea typeface="맑은 고딕"/>
                <a:cs typeface="맑은 고딕"/>
              </a:defRPr>
            </a:lvl5pPr>
            <a:lvl6pPr>
              <a:buNone/>
              <a:defRPr sz="2100" b="0">
                <a:solidFill>
                  <a:srgbClr val="147D82"/>
                </a:solidFill>
                <a:latin typeface="맑은 고딕"/>
                <a:ea typeface="맑은 고딕"/>
                <a:cs typeface="맑은 고딕"/>
              </a:defRPr>
            </a:lvl6pPr>
            <a:lvl7pPr>
              <a:buNone/>
              <a:defRPr sz="2100" b="0">
                <a:solidFill>
                  <a:srgbClr val="147D82"/>
                </a:solidFill>
                <a:latin typeface="맑은 고딕"/>
                <a:ea typeface="맑은 고딕"/>
                <a:cs typeface="맑은 고딕"/>
              </a:defRPr>
            </a:lvl7pPr>
            <a:lvl8pPr>
              <a:buNone/>
              <a:defRPr sz="2100" b="0">
                <a:solidFill>
                  <a:srgbClr val="147D82"/>
                </a:solidFill>
                <a:latin typeface="맑은 고딕"/>
                <a:ea typeface="맑은 고딕"/>
                <a:cs typeface="맑은 고딕"/>
              </a:defRPr>
            </a:lvl8pPr>
            <a:lvl9pPr>
              <a:buNone/>
              <a:defRPr sz="2100" b="0">
                <a:solidFill>
                  <a:srgbClr val="147D82"/>
                </a:solidFill>
                <a:latin typeface="맑은 고딕"/>
                <a:ea typeface="맑은 고딕"/>
                <a:cs typeface="맑은 고딕"/>
              </a:defRPr>
            </a:lvl9pPr>
          </a:lstStyle>
          <a:p xmlns:a="http://schemas.openxmlformats.org/drawingml/2006/main">
            <a:pPr>
              <a:buNone/>
              <a:defRPr sz="2100" b="0">
                <a:solidFill>
                  <a:srgbClr val="147D82"/>
                </a:solidFill>
                <a:latin typeface="맑은 고딕"/>
                <a:ea typeface="맑은 고딕"/>
                <a:cs typeface="맑은 고딕"/>
              </a:defRPr>
            </a:pPr>
            <a:r>
              <a:rPr sz="2100" b="0">
                <a:solidFill>
                  <a:srgbClr val="147D82"/>
                </a:solidFill>
                <a:latin typeface="맑은 고딕"/>
                <a:ea typeface="맑은 고딕"/>
                <a:cs typeface="맑은 고딕"/>
              </a:rPr>
              <a:t>검출 목표 미달</a:t>
            </a:r>
          </a:p>
          <a:p xmlns:a="http://schemas.openxmlformats.org/drawingml/2006/main">
            <a:pPr>
              <a:buNone/>
              <a:defRPr sz="2100" b="0">
                <a:solidFill>
                  <a:srgbClr val="147D82"/>
                </a:solidFill>
                <a:latin typeface="맑은 고딕"/>
                <a:ea typeface="맑은 고딕"/>
                <a:cs typeface="맑은 고딕"/>
              </a:defRPr>
            </a:pPr>
            <a:r>
              <a:rPr sz="2100" b="0">
                <a:solidFill>
                  <a:srgbClr val="147D82"/>
                </a:solidFill>
                <a:latin typeface="맑은 고딕"/>
                <a:ea typeface="맑은 고딕"/>
                <a:cs typeface="맑은 고딕"/>
              </a:rPr>
              <a:t>재학습 비교 제안</a:t>
            </a:r>
          </a:p>
        </p:txBody>
      </p:sp>
      <p:sp>
        <p:nvSpPr>
          <p:cNvPr id="8" name="표본이 부족하면&#10;판단 보류">
            <a:extLst xmlns:a="http://schemas.openxmlformats.org/drawingml/2006/main">
              <a:ext uri="{FF2B5EF4-FFF2-40B4-BE49-F238E27FC236}">
                <a16:creationId xmlns:a16="http://schemas.microsoft.com/office/drawing/2014/main" id="{3D88C06E-A7A9-4803-A754-9AEAB9442BB4}"/>
              </a:ext>
            </a:extLst>
          </p:cNvPr>
          <p:cNvSpPr>
            <a:spLocks xmlns:a="http://schemas.openxmlformats.org/drawingml/2006/main" noGrp="1"/>
          </p:cNvSpPr>
          <p:nvPr/>
        </p:nvSpPr>
        <p:spPr>
          <a:xfrm xmlns:a="http://schemas.openxmlformats.org/drawingml/2006/main">
            <a:off x="8210550" y="438150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73A49"/>
                </a:solidFill>
                <a:latin typeface="맑은 고딕"/>
                <a:ea typeface="맑은 고딕"/>
                <a:cs typeface="맑은 고딕"/>
              </a:defRPr>
            </a:defPPr>
            <a:lvl1pPr>
              <a:buNone/>
              <a:defRPr sz="1950" b="0">
                <a:solidFill>
                  <a:srgbClr val="173A49"/>
                </a:solidFill>
                <a:latin typeface="맑은 고딕"/>
                <a:ea typeface="맑은 고딕"/>
                <a:cs typeface="맑은 고딕"/>
              </a:defRPr>
            </a:lvl1pPr>
            <a:lvl2pPr>
              <a:buNone/>
              <a:defRPr sz="1950" b="0">
                <a:solidFill>
                  <a:srgbClr val="173A49"/>
                </a:solidFill>
                <a:latin typeface="맑은 고딕"/>
                <a:ea typeface="맑은 고딕"/>
                <a:cs typeface="맑은 고딕"/>
              </a:defRPr>
            </a:lvl2pPr>
            <a:lvl3pPr>
              <a:buNone/>
              <a:defRPr sz="1950" b="0">
                <a:solidFill>
                  <a:srgbClr val="173A49"/>
                </a:solidFill>
                <a:latin typeface="맑은 고딕"/>
                <a:ea typeface="맑은 고딕"/>
                <a:cs typeface="맑은 고딕"/>
              </a:defRPr>
            </a:lvl3pPr>
            <a:lvl4pPr>
              <a:buNone/>
              <a:defRPr sz="1950" b="0">
                <a:solidFill>
                  <a:srgbClr val="173A49"/>
                </a:solidFill>
                <a:latin typeface="맑은 고딕"/>
                <a:ea typeface="맑은 고딕"/>
                <a:cs typeface="맑은 고딕"/>
              </a:defRPr>
            </a:lvl4pPr>
            <a:lvl5pPr>
              <a:buNone/>
              <a:defRPr sz="1950" b="0">
                <a:solidFill>
                  <a:srgbClr val="173A49"/>
                </a:solidFill>
                <a:latin typeface="맑은 고딕"/>
                <a:ea typeface="맑은 고딕"/>
                <a:cs typeface="맑은 고딕"/>
              </a:defRPr>
            </a:lvl5pPr>
            <a:lvl6pPr>
              <a:buNone/>
              <a:defRPr sz="1950" b="0">
                <a:solidFill>
                  <a:srgbClr val="173A49"/>
                </a:solidFill>
                <a:latin typeface="맑은 고딕"/>
                <a:ea typeface="맑은 고딕"/>
                <a:cs typeface="맑은 고딕"/>
              </a:defRPr>
            </a:lvl6pPr>
            <a:lvl7pPr>
              <a:buNone/>
              <a:defRPr sz="1950" b="0">
                <a:solidFill>
                  <a:srgbClr val="173A49"/>
                </a:solidFill>
                <a:latin typeface="맑은 고딕"/>
                <a:ea typeface="맑은 고딕"/>
                <a:cs typeface="맑은 고딕"/>
              </a:defRPr>
            </a:lvl7pPr>
            <a:lvl8pPr>
              <a:buNone/>
              <a:defRPr sz="1950" b="0">
                <a:solidFill>
                  <a:srgbClr val="173A49"/>
                </a:solidFill>
                <a:latin typeface="맑은 고딕"/>
                <a:ea typeface="맑은 고딕"/>
                <a:cs typeface="맑은 고딕"/>
              </a:defRPr>
            </a:lvl8pPr>
            <a:lvl9pPr>
              <a:buNone/>
              <a:defRPr sz="1950" b="0">
                <a:solidFill>
                  <a:srgbClr val="173A49"/>
                </a:solidFill>
                <a:latin typeface="맑은 고딕"/>
                <a:ea typeface="맑은 고딕"/>
                <a:cs typeface="맑은 고딕"/>
              </a:defRPr>
            </a:lvl9pPr>
          </a:lstStyle>
          <a:p xmlns:a="http://schemas.openxmlformats.org/drawingml/2006/main">
            <a:pPr>
              <a:buNone/>
              <a:defRPr sz="1950" b="0">
                <a:solidFill>
                  <a:srgbClr val="173A49"/>
                </a:solidFill>
                <a:latin typeface="맑은 고딕"/>
                <a:ea typeface="맑은 고딕"/>
                <a:cs typeface="맑은 고딕"/>
              </a:defRPr>
            </a:pPr>
            <a:r>
              <a:rPr sz="1950" b="0">
                <a:solidFill>
                  <a:srgbClr val="173A49"/>
                </a:solidFill>
                <a:latin typeface="맑은 고딕"/>
                <a:ea typeface="맑은 고딕"/>
                <a:cs typeface="맑은 고딕"/>
              </a:rPr>
              <a:t>표본이 부족하면</a:t>
            </a:r>
          </a:p>
          <a:p xmlns:a="http://schemas.openxmlformats.org/drawingml/2006/main">
            <a:pPr>
              <a:buNone/>
              <a:defRPr sz="1950" b="0">
                <a:solidFill>
                  <a:srgbClr val="173A49"/>
                </a:solidFill>
                <a:latin typeface="맑은 고딕"/>
                <a:ea typeface="맑은 고딕"/>
                <a:cs typeface="맑은 고딕"/>
              </a:defRPr>
            </a:pPr>
            <a:r>
              <a:rPr sz="1950" b="0">
                <a:solidFill>
                  <a:srgbClr val="173A49"/>
                </a:solidFill>
                <a:latin typeface="맑은 고딕"/>
                <a:ea typeface="맑은 고딕"/>
                <a:cs typeface="맑은 고딕"/>
              </a:rPr>
              <a:t>판단 보류</a:t>
            </a:r>
          </a:p>
        </p:txBody>
      </p:sp>
      <p:sp>
        <p:nvSpPr>
          <p:cNvPr id="9" name="판단 근거를 확인한 뒤 학습 계획을 승인합니다. 입력 변화">
            <a:extLst xmlns:a="http://schemas.openxmlformats.org/drawingml/2006/main">
              <a:ext uri="{FF2B5EF4-FFF2-40B4-BE49-F238E27FC236}">
                <a16:creationId xmlns:a16="http://schemas.microsoft.com/office/drawing/2014/main" id="{2942D95F-DD08-4A69-A47A-83D20D1ED87D}"/>
              </a:ext>
            </a:extLst>
          </p:cNvPr>
          <p:cNvSpPr>
            <a:spLocks xmlns:a="http://schemas.openxmlformats.org/drawingml/2006/main" noGrp="1"/>
          </p:cNvSpPr>
          <p:nvPr/>
        </p:nvSpPr>
        <p:spPr>
          <a:xfrm xmlns:a="http://schemas.openxmlformats.org/drawingml/2006/main">
            <a:off x="609600" y="59626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617681"/>
                </a:solidFill>
                <a:latin typeface="맑은 고딕"/>
                <a:ea typeface="맑은 고딕"/>
                <a:cs typeface="맑은 고딕"/>
              </a:defRPr>
            </a:defPPr>
            <a:lvl1pPr>
              <a:buNone/>
              <a:defRPr sz="1425" b="0">
                <a:solidFill>
                  <a:srgbClr val="617681"/>
                </a:solidFill>
                <a:latin typeface="맑은 고딕"/>
                <a:ea typeface="맑은 고딕"/>
                <a:cs typeface="맑은 고딕"/>
              </a:defRPr>
            </a:lvl1pPr>
            <a:lvl2pPr>
              <a:buNone/>
              <a:defRPr sz="1425" b="0">
                <a:solidFill>
                  <a:srgbClr val="617681"/>
                </a:solidFill>
                <a:latin typeface="맑은 고딕"/>
                <a:ea typeface="맑은 고딕"/>
                <a:cs typeface="맑은 고딕"/>
              </a:defRPr>
            </a:lvl2pPr>
            <a:lvl3pPr>
              <a:buNone/>
              <a:defRPr sz="1425" b="0">
                <a:solidFill>
                  <a:srgbClr val="617681"/>
                </a:solidFill>
                <a:latin typeface="맑은 고딕"/>
                <a:ea typeface="맑은 고딕"/>
                <a:cs typeface="맑은 고딕"/>
              </a:defRPr>
            </a:lvl3pPr>
            <a:lvl4pPr>
              <a:buNone/>
              <a:defRPr sz="1425" b="0">
                <a:solidFill>
                  <a:srgbClr val="617681"/>
                </a:solidFill>
                <a:latin typeface="맑은 고딕"/>
                <a:ea typeface="맑은 고딕"/>
                <a:cs typeface="맑은 고딕"/>
              </a:defRPr>
            </a:lvl4pPr>
            <a:lvl5pPr>
              <a:buNone/>
              <a:defRPr sz="1425" b="0">
                <a:solidFill>
                  <a:srgbClr val="617681"/>
                </a:solidFill>
                <a:latin typeface="맑은 고딕"/>
                <a:ea typeface="맑은 고딕"/>
                <a:cs typeface="맑은 고딕"/>
              </a:defRPr>
            </a:lvl5pPr>
            <a:lvl6pPr>
              <a:buNone/>
              <a:defRPr sz="1425" b="0">
                <a:solidFill>
                  <a:srgbClr val="617681"/>
                </a:solidFill>
                <a:latin typeface="맑은 고딕"/>
                <a:ea typeface="맑은 고딕"/>
                <a:cs typeface="맑은 고딕"/>
              </a:defRPr>
            </a:lvl6pPr>
            <a:lvl7pPr>
              <a:buNone/>
              <a:defRPr sz="1425" b="0">
                <a:solidFill>
                  <a:srgbClr val="617681"/>
                </a:solidFill>
                <a:latin typeface="맑은 고딕"/>
                <a:ea typeface="맑은 고딕"/>
                <a:cs typeface="맑은 고딕"/>
              </a:defRPr>
            </a:lvl7pPr>
            <a:lvl8pPr>
              <a:buNone/>
              <a:defRPr sz="1425" b="0">
                <a:solidFill>
                  <a:srgbClr val="617681"/>
                </a:solidFill>
                <a:latin typeface="맑은 고딕"/>
                <a:ea typeface="맑은 고딕"/>
                <a:cs typeface="맑은 고딕"/>
              </a:defRPr>
            </a:lvl8pPr>
            <a:lvl9pPr>
              <a:buNone/>
              <a:defRPr sz="1425" b="0">
                <a:solidFill>
                  <a:srgbClr val="617681"/>
                </a:solidFill>
                <a:latin typeface="맑은 고딕"/>
                <a:ea typeface="맑은 고딕"/>
                <a:cs typeface="맑은 고딕"/>
              </a:defRPr>
            </a:lvl9pPr>
          </a:lstStyle>
          <a:p xmlns:a="http://schemas.openxmlformats.org/drawingml/2006/main">
            <a:pPr>
              <a:buNone/>
              <a:defRPr sz="1425" b="0">
                <a:solidFill>
                  <a:srgbClr val="617681"/>
                </a:solidFill>
                <a:latin typeface="맑은 고딕"/>
                <a:ea typeface="맑은 고딕"/>
                <a:cs typeface="맑은 고딕"/>
              </a:defRPr>
            </a:pPr>
            <a:r>
              <a:rPr sz="1425" b="0">
                <a:solidFill>
                  <a:srgbClr val="617681"/>
                </a:solidFill>
                <a:latin typeface="맑은 고딕"/>
                <a:ea typeface="맑은 고딕"/>
                <a:cs typeface="맑은 고딕"/>
              </a:rPr>
              <a:t>판단 근거를 확인한 뒤 학습 계획을 승인합니다. 입력 변화만으로 즉시 교체하지 않습니다.</a:t>
            </a:r>
          </a:p>
        </p:txBody>
      </p:sp>
    </p:spTree>
    <p:extLst>
      <p:ext uri="{BB962C8B-B14F-4D97-AF65-F5344CB8AC3E}">
        <p14:creationId xmlns:p14="http://schemas.microsoft.com/office/powerpoint/2010/main" val="1009507618"/>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10 · 모델 관리 | 새 배치 Test 768건 · 불량">
            <a:extLst xmlns:a="http://schemas.openxmlformats.org/drawingml/2006/main">
              <a:ext uri="{FF2B5EF4-FFF2-40B4-BE49-F238E27FC236}">
                <a16:creationId xmlns:a16="http://schemas.microsoft.com/office/drawing/2014/main" id="{5E603880-7688-424B-AA33-744891AFEAF7}"/>
              </a:ext>
            </a:extLst>
          </p:cNvPr>
          <p:cNvSpPr>
            <a:spLocks xmlns:a="http://schemas.openxmlformats.org/drawingml/2006/main" noGrp="1"/>
          </p:cNvSpPr>
          <p:nvPr/>
        </p:nvSpPr>
        <p:spPr>
          <a:xfrm xmlns:a="http://schemas.openxmlformats.org/drawingml/2006/main">
            <a:off x="609600" y="2952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1">
                <a:solidFill>
                  <a:srgbClr val="147D82"/>
                </a:solidFill>
                <a:latin typeface="맑은 고딕"/>
                <a:ea typeface="맑은 고딕"/>
                <a:cs typeface="맑은 고딕"/>
              </a:defRPr>
            </a:defPPr>
            <a:lvl1pPr algn="l">
              <a:buNone/>
              <a:defRPr sz="1200" b="1">
                <a:solidFill>
                  <a:srgbClr val="147D82"/>
                </a:solidFill>
                <a:latin typeface="맑은 고딕"/>
                <a:ea typeface="맑은 고딕"/>
                <a:cs typeface="맑은 고딕"/>
              </a:defRPr>
            </a:lvl1pPr>
            <a:lvl2pPr algn="l">
              <a:buNone/>
              <a:defRPr sz="1200" b="1">
                <a:solidFill>
                  <a:srgbClr val="147D82"/>
                </a:solidFill>
                <a:latin typeface="맑은 고딕"/>
                <a:ea typeface="맑은 고딕"/>
                <a:cs typeface="맑은 고딕"/>
              </a:defRPr>
            </a:lvl2pPr>
            <a:lvl3pPr algn="l">
              <a:buNone/>
              <a:defRPr sz="1200" b="1">
                <a:solidFill>
                  <a:srgbClr val="147D82"/>
                </a:solidFill>
                <a:latin typeface="맑은 고딕"/>
                <a:ea typeface="맑은 고딕"/>
                <a:cs typeface="맑은 고딕"/>
              </a:defRPr>
            </a:lvl3pPr>
            <a:lvl4pPr algn="l">
              <a:buNone/>
              <a:defRPr sz="1200" b="1">
                <a:solidFill>
                  <a:srgbClr val="147D82"/>
                </a:solidFill>
                <a:latin typeface="맑은 고딕"/>
                <a:ea typeface="맑은 고딕"/>
                <a:cs typeface="맑은 고딕"/>
              </a:defRPr>
            </a:lvl4pPr>
            <a:lvl5pPr algn="l">
              <a:buNone/>
              <a:defRPr sz="1200" b="1">
                <a:solidFill>
                  <a:srgbClr val="147D82"/>
                </a:solidFill>
                <a:latin typeface="맑은 고딕"/>
                <a:ea typeface="맑은 고딕"/>
                <a:cs typeface="맑은 고딕"/>
              </a:defRPr>
            </a:lvl5pPr>
            <a:lvl6pPr algn="l">
              <a:buNone/>
              <a:defRPr sz="1200" b="1">
                <a:solidFill>
                  <a:srgbClr val="147D82"/>
                </a:solidFill>
                <a:latin typeface="맑은 고딕"/>
                <a:ea typeface="맑은 고딕"/>
                <a:cs typeface="맑은 고딕"/>
              </a:defRPr>
            </a:lvl6pPr>
            <a:lvl7pPr algn="l">
              <a:buNone/>
              <a:defRPr sz="1200" b="1">
                <a:solidFill>
                  <a:srgbClr val="147D82"/>
                </a:solidFill>
                <a:latin typeface="맑은 고딕"/>
                <a:ea typeface="맑은 고딕"/>
                <a:cs typeface="맑은 고딕"/>
              </a:defRPr>
            </a:lvl7pPr>
            <a:lvl8pPr algn="l">
              <a:buNone/>
              <a:defRPr sz="1200" b="1">
                <a:solidFill>
                  <a:srgbClr val="147D82"/>
                </a:solidFill>
                <a:latin typeface="맑은 고딕"/>
                <a:ea typeface="맑은 고딕"/>
                <a:cs typeface="맑은 고딕"/>
              </a:defRPr>
            </a:lvl8pPr>
            <a:lvl9pPr algn="l">
              <a:buNone/>
              <a:defRPr sz="1200" b="1">
                <a:solidFill>
                  <a:srgbClr val="147D82"/>
                </a:solidFill>
                <a:latin typeface="맑은 고딕"/>
                <a:ea typeface="맑은 고딕"/>
                <a:cs typeface="맑은 고딕"/>
              </a:defRPr>
            </a:lvl9pPr>
          </a:lstStyle>
          <a:p xmlns:a="http://schemas.openxmlformats.org/drawingml/2006/main">
            <a:pPr algn="l">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11 · 새 합성 배치의 Test | 불량167개·정상601개</a:t>
            </a:r>
          </a:p>
        </p:txBody>
      </p:sp>
      <p:sp>
        <p:nvSpPr>
          <p:cNvPr id="2" name="⑦ 승인 후 재학습하고, 같은 Test에서 비교합니다">
            <a:extLst xmlns:a="http://schemas.openxmlformats.org/drawingml/2006/main">
              <a:ext uri="{FF2B5EF4-FFF2-40B4-BE49-F238E27FC236}">
                <a16:creationId xmlns:a16="http://schemas.microsoft.com/office/drawing/2014/main" id="{0D3DDDA7-FEBF-434B-8027-B5CB3A5B77DA}"/>
              </a:ext>
            </a:extLst>
          </p:cNvPr>
          <p:cNvSpPr>
            <a:spLocks xmlns:a="http://schemas.openxmlformats.org/drawingml/2006/main" noGrp="1"/>
          </p:cNvSpPr>
          <p:nvPr/>
        </p:nvSpPr>
        <p:spPr>
          <a:xfrm xmlns:a="http://schemas.openxmlformats.org/drawingml/2006/main">
            <a:off x="609600" y="838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925" b="1">
                <a:solidFill>
                  <a:srgbClr val="173A49"/>
                </a:solidFill>
                <a:latin typeface="맑은 고딕"/>
                <a:ea typeface="맑은 고딕"/>
                <a:cs typeface="맑은 고딕"/>
              </a:defRPr>
            </a:defPPr>
            <a:lvl1pPr algn="l">
              <a:buNone/>
              <a:defRPr sz="2925" b="1">
                <a:solidFill>
                  <a:srgbClr val="173A49"/>
                </a:solidFill>
                <a:latin typeface="맑은 고딕"/>
                <a:ea typeface="맑은 고딕"/>
                <a:cs typeface="맑은 고딕"/>
              </a:defRPr>
            </a:lvl1pPr>
            <a:lvl2pPr algn="l">
              <a:buNone/>
              <a:defRPr sz="2925" b="1">
                <a:solidFill>
                  <a:srgbClr val="173A49"/>
                </a:solidFill>
                <a:latin typeface="맑은 고딕"/>
                <a:ea typeface="맑은 고딕"/>
                <a:cs typeface="맑은 고딕"/>
              </a:defRPr>
            </a:lvl2pPr>
            <a:lvl3pPr algn="l">
              <a:buNone/>
              <a:defRPr sz="2925" b="1">
                <a:solidFill>
                  <a:srgbClr val="173A49"/>
                </a:solidFill>
                <a:latin typeface="맑은 고딕"/>
                <a:ea typeface="맑은 고딕"/>
                <a:cs typeface="맑은 고딕"/>
              </a:defRPr>
            </a:lvl3pPr>
            <a:lvl4pPr algn="l">
              <a:buNone/>
              <a:defRPr sz="2925" b="1">
                <a:solidFill>
                  <a:srgbClr val="173A49"/>
                </a:solidFill>
                <a:latin typeface="맑은 고딕"/>
                <a:ea typeface="맑은 고딕"/>
                <a:cs typeface="맑은 고딕"/>
              </a:defRPr>
            </a:lvl4pPr>
            <a:lvl5pPr algn="l">
              <a:buNone/>
              <a:defRPr sz="2925" b="1">
                <a:solidFill>
                  <a:srgbClr val="173A49"/>
                </a:solidFill>
                <a:latin typeface="맑은 고딕"/>
                <a:ea typeface="맑은 고딕"/>
                <a:cs typeface="맑은 고딕"/>
              </a:defRPr>
            </a:lvl5pPr>
            <a:lvl6pPr algn="l">
              <a:buNone/>
              <a:defRPr sz="2925" b="1">
                <a:solidFill>
                  <a:srgbClr val="173A49"/>
                </a:solidFill>
                <a:latin typeface="맑은 고딕"/>
                <a:ea typeface="맑은 고딕"/>
                <a:cs typeface="맑은 고딕"/>
              </a:defRPr>
            </a:lvl6pPr>
            <a:lvl7pPr algn="l">
              <a:buNone/>
              <a:defRPr sz="2925" b="1">
                <a:solidFill>
                  <a:srgbClr val="173A49"/>
                </a:solidFill>
                <a:latin typeface="맑은 고딕"/>
                <a:ea typeface="맑은 고딕"/>
                <a:cs typeface="맑은 고딕"/>
              </a:defRPr>
            </a:lvl7pPr>
            <a:lvl8pPr algn="l">
              <a:buNone/>
              <a:defRPr sz="2925" b="1">
                <a:solidFill>
                  <a:srgbClr val="173A49"/>
                </a:solidFill>
                <a:latin typeface="맑은 고딕"/>
                <a:ea typeface="맑은 고딕"/>
                <a:cs typeface="맑은 고딕"/>
              </a:defRPr>
            </a:lvl8pPr>
            <a:lvl9pPr algn="l">
              <a:buNone/>
              <a:defRPr sz="2925" b="1">
                <a:solidFill>
                  <a:srgbClr val="173A49"/>
                </a:solidFill>
                <a:latin typeface="맑은 고딕"/>
                <a:ea typeface="맑은 고딕"/>
                <a:cs typeface="맑은 고딕"/>
              </a:defRPr>
            </a:lvl9pPr>
          </a:lstStyle>
          <a:p xmlns:a="http://schemas.openxmlformats.org/drawingml/2006/main">
            <a:pPr algn="l">
              <a:buNone/>
              <a:defRPr sz="2925" b="1">
                <a:solidFill>
                  <a:srgbClr val="173A49"/>
                </a:solidFill>
                <a:latin typeface="맑은 고딕"/>
                <a:ea typeface="맑은 고딕"/>
                <a:cs typeface="맑은 고딕"/>
              </a:defRPr>
            </a:pPr>
            <a:r>
              <a:rPr sz="2925" b="1">
                <a:solidFill>
                  <a:srgbClr val="173A49"/>
                </a:solidFill>
                <a:latin typeface="맑은 고딕"/>
                <a:ea typeface="맑은 고딕"/>
                <a:cs typeface="맑은 고딕"/>
              </a:rPr>
              <a:t>⑧ 승인 후 재학습하고, 같은 Test에서 비교합니다</a:t>
            </a:r>
          </a:p>
        </p:txBody>
      </p:sp>
      <p:sp>
        <p:nvSpPr>
          <p:cNvPr id="3" name="SKALA 광주 2반 · G045 김용찬">
            <a:extLst xmlns:a="http://schemas.openxmlformats.org/drawingml/2006/main">
              <a:ext uri="{FF2B5EF4-FFF2-40B4-BE49-F238E27FC236}">
                <a16:creationId xmlns:a16="http://schemas.microsoft.com/office/drawing/2014/main" id="{5A1C37D7-A9A3-42F7-BE96-E1F7B4499DFC}"/>
              </a:ext>
            </a:extLst>
          </p:cNvPr>
          <p:cNvSpPr>
            <a:spLocks xmlns:a="http://schemas.openxmlformats.org/drawingml/2006/main" noGrp="1"/>
          </p:cNvSpPr>
          <p:nvPr/>
        </p:nvSpPr>
        <p:spPr>
          <a:xfrm xmlns:a="http://schemas.openxmlformats.org/drawingml/2006/main">
            <a:off x="609600" y="64198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75" b="0">
                <a:solidFill>
                  <a:srgbClr val="617681"/>
                </a:solidFill>
                <a:latin typeface="맑은 고딕"/>
                <a:ea typeface="맑은 고딕"/>
                <a:cs typeface="맑은 고딕"/>
              </a:defRPr>
            </a:defPPr>
            <a:lvl1pPr>
              <a:buNone/>
              <a:defRPr sz="975" b="0">
                <a:solidFill>
                  <a:srgbClr val="617681"/>
                </a:solidFill>
                <a:latin typeface="맑은 고딕"/>
                <a:ea typeface="맑은 고딕"/>
                <a:cs typeface="맑은 고딕"/>
              </a:defRPr>
            </a:lvl1pPr>
            <a:lvl2pPr>
              <a:buNone/>
              <a:defRPr sz="975" b="0">
                <a:solidFill>
                  <a:srgbClr val="617681"/>
                </a:solidFill>
                <a:latin typeface="맑은 고딕"/>
                <a:ea typeface="맑은 고딕"/>
                <a:cs typeface="맑은 고딕"/>
              </a:defRPr>
            </a:lvl2pPr>
            <a:lvl3pPr>
              <a:buNone/>
              <a:defRPr sz="975" b="0">
                <a:solidFill>
                  <a:srgbClr val="617681"/>
                </a:solidFill>
                <a:latin typeface="맑은 고딕"/>
                <a:ea typeface="맑은 고딕"/>
                <a:cs typeface="맑은 고딕"/>
              </a:defRPr>
            </a:lvl3pPr>
            <a:lvl4pPr>
              <a:buNone/>
              <a:defRPr sz="975" b="0">
                <a:solidFill>
                  <a:srgbClr val="617681"/>
                </a:solidFill>
                <a:latin typeface="맑은 고딕"/>
                <a:ea typeface="맑은 고딕"/>
                <a:cs typeface="맑은 고딕"/>
              </a:defRPr>
            </a:lvl4pPr>
            <a:lvl5pPr>
              <a:buNone/>
              <a:defRPr sz="975" b="0">
                <a:solidFill>
                  <a:srgbClr val="617681"/>
                </a:solidFill>
                <a:latin typeface="맑은 고딕"/>
                <a:ea typeface="맑은 고딕"/>
                <a:cs typeface="맑은 고딕"/>
              </a:defRPr>
            </a:lvl5pPr>
            <a:lvl6pPr>
              <a:buNone/>
              <a:defRPr sz="975" b="0">
                <a:solidFill>
                  <a:srgbClr val="617681"/>
                </a:solidFill>
                <a:latin typeface="맑은 고딕"/>
                <a:ea typeface="맑은 고딕"/>
                <a:cs typeface="맑은 고딕"/>
              </a:defRPr>
            </a:lvl6pPr>
            <a:lvl7pPr>
              <a:buNone/>
              <a:defRPr sz="975" b="0">
                <a:solidFill>
                  <a:srgbClr val="617681"/>
                </a:solidFill>
                <a:latin typeface="맑은 고딕"/>
                <a:ea typeface="맑은 고딕"/>
                <a:cs typeface="맑은 고딕"/>
              </a:defRPr>
            </a:lvl7pPr>
            <a:lvl8pPr>
              <a:buNone/>
              <a:defRPr sz="975" b="0">
                <a:solidFill>
                  <a:srgbClr val="617681"/>
                </a:solidFill>
                <a:latin typeface="맑은 고딕"/>
                <a:ea typeface="맑은 고딕"/>
                <a:cs typeface="맑은 고딕"/>
              </a:defRPr>
            </a:lvl8pPr>
            <a:lvl9pPr>
              <a:buNone/>
              <a:defRPr sz="975" b="0">
                <a:solidFill>
                  <a:srgbClr val="617681"/>
                </a:solidFill>
                <a:latin typeface="맑은 고딕"/>
                <a:ea typeface="맑은 고딕"/>
                <a:cs typeface="맑은 고딕"/>
              </a:defRPr>
            </a:lvl9pPr>
          </a:lstStyle>
          <a:p xmlns:a="http://schemas.openxmlformats.org/drawingml/2006/main">
            <a:pPr>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SKALA 광주 2반 · G045 김용찬</a:t>
            </a:r>
          </a:p>
        </p:txBody>
      </p:sp>
      <p:sp>
        <p:nvSpPr>
          <p:cNvPr id="4" name="10 / 17">
            <a:extLst xmlns:a="http://schemas.openxmlformats.org/drawingml/2006/main">
              <a:ext uri="{FF2B5EF4-FFF2-40B4-BE49-F238E27FC236}">
                <a16:creationId xmlns:a16="http://schemas.microsoft.com/office/drawing/2014/main" id="{AACE3CD1-746C-4B28-91DB-67EEBD0A9030}"/>
              </a:ext>
            </a:extLst>
          </p:cNvPr>
          <p:cNvSpPr>
            <a:spLocks xmlns:a="http://schemas.openxmlformats.org/drawingml/2006/main" noGrp="1"/>
          </p:cNvSpPr>
          <p:nvPr/>
        </p:nvSpPr>
        <p:spPr>
          <a:xfrm xmlns:a="http://schemas.openxmlformats.org/drawingml/2006/main">
            <a:off x="10153650" y="64198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975" b="0">
                <a:solidFill>
                  <a:srgbClr val="617681"/>
                </a:solidFill>
                <a:latin typeface="맑은 고딕"/>
                <a:ea typeface="맑은 고딕"/>
                <a:cs typeface="맑은 고딕"/>
              </a:defRPr>
            </a:defPPr>
            <a:lvl1pPr algn="l">
              <a:buNone/>
              <a:defRPr sz="975" b="0">
                <a:solidFill>
                  <a:srgbClr val="617681"/>
                </a:solidFill>
                <a:latin typeface="맑은 고딕"/>
                <a:ea typeface="맑은 고딕"/>
                <a:cs typeface="맑은 고딕"/>
              </a:defRPr>
            </a:lvl1pPr>
            <a:lvl2pPr algn="l">
              <a:buNone/>
              <a:defRPr sz="975" b="0">
                <a:solidFill>
                  <a:srgbClr val="617681"/>
                </a:solidFill>
                <a:latin typeface="맑은 고딕"/>
                <a:ea typeface="맑은 고딕"/>
                <a:cs typeface="맑은 고딕"/>
              </a:defRPr>
            </a:lvl2pPr>
            <a:lvl3pPr algn="l">
              <a:buNone/>
              <a:defRPr sz="975" b="0">
                <a:solidFill>
                  <a:srgbClr val="617681"/>
                </a:solidFill>
                <a:latin typeface="맑은 고딕"/>
                <a:ea typeface="맑은 고딕"/>
                <a:cs typeface="맑은 고딕"/>
              </a:defRPr>
            </a:lvl3pPr>
            <a:lvl4pPr algn="l">
              <a:buNone/>
              <a:defRPr sz="975" b="0">
                <a:solidFill>
                  <a:srgbClr val="617681"/>
                </a:solidFill>
                <a:latin typeface="맑은 고딕"/>
                <a:ea typeface="맑은 고딕"/>
                <a:cs typeface="맑은 고딕"/>
              </a:defRPr>
            </a:lvl4pPr>
            <a:lvl5pPr algn="l">
              <a:buNone/>
              <a:defRPr sz="975" b="0">
                <a:solidFill>
                  <a:srgbClr val="617681"/>
                </a:solidFill>
                <a:latin typeface="맑은 고딕"/>
                <a:ea typeface="맑은 고딕"/>
                <a:cs typeface="맑은 고딕"/>
              </a:defRPr>
            </a:lvl5pPr>
            <a:lvl6pPr algn="l">
              <a:buNone/>
              <a:defRPr sz="975" b="0">
                <a:solidFill>
                  <a:srgbClr val="617681"/>
                </a:solidFill>
                <a:latin typeface="맑은 고딕"/>
                <a:ea typeface="맑은 고딕"/>
                <a:cs typeface="맑은 고딕"/>
              </a:defRPr>
            </a:lvl6pPr>
            <a:lvl7pPr algn="l">
              <a:buNone/>
              <a:defRPr sz="975" b="0">
                <a:solidFill>
                  <a:srgbClr val="617681"/>
                </a:solidFill>
                <a:latin typeface="맑은 고딕"/>
                <a:ea typeface="맑은 고딕"/>
                <a:cs typeface="맑은 고딕"/>
              </a:defRPr>
            </a:lvl7pPr>
            <a:lvl8pPr algn="l">
              <a:buNone/>
              <a:defRPr sz="975" b="0">
                <a:solidFill>
                  <a:srgbClr val="617681"/>
                </a:solidFill>
                <a:latin typeface="맑은 고딕"/>
                <a:ea typeface="맑은 고딕"/>
                <a:cs typeface="맑은 고딕"/>
              </a:defRPr>
            </a:lvl8pPr>
            <a:lvl9pPr algn="l">
              <a:buNone/>
              <a:defRPr sz="975" b="0">
                <a:solidFill>
                  <a:srgbClr val="617681"/>
                </a:solidFill>
                <a:latin typeface="맑은 고딕"/>
                <a:ea typeface="맑은 고딕"/>
                <a:cs typeface="맑은 고딕"/>
              </a:defRPr>
            </a:lvl9pPr>
          </a:lstStyle>
          <a:p xmlns:a="http://schemas.openxmlformats.org/drawingml/2006/main">
            <a:pPr algn="l">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11 / 17</a:t>
            </a:r>
          </a:p>
        </p:txBody>
      </p:sp>
      <p:pic>
        <p:nvPicPr>
          <p:cNvPr id="5" name="">
            <a:extLst xmlns:a="http://schemas.openxmlformats.org/drawingml/2006/main">
              <a:ext uri="{FF2B5EF4-FFF2-40B4-BE49-F238E27FC236}">
                <a16:creationId xmlns:a16="http://schemas.microsoft.com/office/drawing/2014/main" id="{8063117F-83EC-455E-93BD-30A2514351EC}"/>
              </a:ext>
            </a:extLst>
          </p:cNvPr>
          <p:cNvPicPr>
            <a:picLocks xmlns:a="http://schemas.openxmlformats.org/drawingml/2006/main" noChangeAspect="1"/>
          </p:cNvPicPr>
          <p:nvPr/>
        </p:nvPicPr>
        <p:blipFill>
          <a:blip xmlns:r="http://schemas.openxmlformats.org/officeDocument/2006/relationships" xmlns:a="http://schemas.openxmlformats.org/drawingml/2006/main" r:embed="R35cfdf74d26f4b5a"/>
          <a:stretch xmlns:a="http://schemas.openxmlformats.org/drawingml/2006/main"/>
        </p:blipFill>
        <p:spPr>
          <a:xfrm xmlns:a="http://schemas.openxmlformats.org/drawingml/2006/main">
            <a:off x="609600" y="2019300"/>
            <a:ext cx="7239000" cy="3780224"/>
          </a:xfrm>
          <a:prstGeom xmlns:a="http://schemas.openxmlformats.org/drawingml/2006/main" prst="rect">
            <a:avLst/>
          </a:prstGeom>
        </p:spPr>
      </p:pic>
      <p:sp>
        <p:nvSpPr>
          <p:cNvPr id="6" name="불량 발견&#10;43 → 153 / 167개">
            <a:extLst xmlns:a="http://schemas.openxmlformats.org/drawingml/2006/main">
              <a:ext uri="{FF2B5EF4-FFF2-40B4-BE49-F238E27FC236}">
                <a16:creationId xmlns:a16="http://schemas.microsoft.com/office/drawing/2014/main" id="{EBF45F6E-0A49-4135-868E-BB09E32C7324}"/>
              </a:ext>
            </a:extLst>
          </p:cNvPr>
          <p:cNvSpPr>
            <a:spLocks xmlns:a="http://schemas.openxmlformats.org/drawingml/2006/main" noGrp="1"/>
          </p:cNvSpPr>
          <p:nvPr/>
        </p:nvSpPr>
        <p:spPr>
          <a:xfrm xmlns:a="http://schemas.openxmlformats.org/drawingml/2006/main">
            <a:off x="8210550" y="20193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173A49"/>
                </a:solidFill>
                <a:latin typeface="맑은 고딕"/>
                <a:ea typeface="맑은 고딕"/>
                <a:cs typeface="맑은 고딕"/>
              </a:defRPr>
            </a:defPPr>
            <a:lvl1pPr>
              <a:buNone/>
              <a:defRPr sz="2325" b="1">
                <a:solidFill>
                  <a:srgbClr val="173A49"/>
                </a:solidFill>
                <a:latin typeface="맑은 고딕"/>
                <a:ea typeface="맑은 고딕"/>
                <a:cs typeface="맑은 고딕"/>
              </a:defRPr>
            </a:lvl1pPr>
            <a:lvl2pPr>
              <a:buNone/>
              <a:defRPr sz="2325" b="1">
                <a:solidFill>
                  <a:srgbClr val="173A49"/>
                </a:solidFill>
                <a:latin typeface="맑은 고딕"/>
                <a:ea typeface="맑은 고딕"/>
                <a:cs typeface="맑은 고딕"/>
              </a:defRPr>
            </a:lvl2pPr>
            <a:lvl3pPr>
              <a:buNone/>
              <a:defRPr sz="2325" b="1">
                <a:solidFill>
                  <a:srgbClr val="173A49"/>
                </a:solidFill>
                <a:latin typeface="맑은 고딕"/>
                <a:ea typeface="맑은 고딕"/>
                <a:cs typeface="맑은 고딕"/>
              </a:defRPr>
            </a:lvl3pPr>
            <a:lvl4pPr>
              <a:buNone/>
              <a:defRPr sz="2325" b="1">
                <a:solidFill>
                  <a:srgbClr val="173A49"/>
                </a:solidFill>
                <a:latin typeface="맑은 고딕"/>
                <a:ea typeface="맑은 고딕"/>
                <a:cs typeface="맑은 고딕"/>
              </a:defRPr>
            </a:lvl4pPr>
            <a:lvl5pPr>
              <a:buNone/>
              <a:defRPr sz="2325" b="1">
                <a:solidFill>
                  <a:srgbClr val="173A49"/>
                </a:solidFill>
                <a:latin typeface="맑은 고딕"/>
                <a:ea typeface="맑은 고딕"/>
                <a:cs typeface="맑은 고딕"/>
              </a:defRPr>
            </a:lvl5pPr>
            <a:lvl6pPr>
              <a:buNone/>
              <a:defRPr sz="2325" b="1">
                <a:solidFill>
                  <a:srgbClr val="173A49"/>
                </a:solidFill>
                <a:latin typeface="맑은 고딕"/>
                <a:ea typeface="맑은 고딕"/>
                <a:cs typeface="맑은 고딕"/>
              </a:defRPr>
            </a:lvl6pPr>
            <a:lvl7pPr>
              <a:buNone/>
              <a:defRPr sz="2325" b="1">
                <a:solidFill>
                  <a:srgbClr val="173A49"/>
                </a:solidFill>
                <a:latin typeface="맑은 고딕"/>
                <a:ea typeface="맑은 고딕"/>
                <a:cs typeface="맑은 고딕"/>
              </a:defRPr>
            </a:lvl7pPr>
            <a:lvl8pPr>
              <a:buNone/>
              <a:defRPr sz="2325" b="1">
                <a:solidFill>
                  <a:srgbClr val="173A49"/>
                </a:solidFill>
                <a:latin typeface="맑은 고딕"/>
                <a:ea typeface="맑은 고딕"/>
                <a:cs typeface="맑은 고딕"/>
              </a:defRPr>
            </a:lvl8pPr>
            <a:lvl9pPr>
              <a:buNone/>
              <a:defRPr sz="2325" b="1">
                <a:solidFill>
                  <a:srgbClr val="173A49"/>
                </a:solidFill>
                <a:latin typeface="맑은 고딕"/>
                <a:ea typeface="맑은 고딕"/>
                <a:cs typeface="맑은 고딕"/>
              </a:defRPr>
            </a:lvl9pPr>
          </a:lstStyle>
          <a:p xmlns:a="http://schemas.openxmlformats.org/drawingml/2006/main">
            <a:pPr>
              <a:buNone/>
              <a:defRPr sz="2325" b="1">
                <a:solidFill>
                  <a:srgbClr val="173A49"/>
                </a:solidFill>
                <a:latin typeface="맑은 고딕"/>
                <a:ea typeface="맑은 고딕"/>
                <a:cs typeface="맑은 고딕"/>
              </a:defRPr>
            </a:pPr>
            <a:r>
              <a:rPr sz="2325" b="1">
                <a:solidFill>
                  <a:srgbClr val="173A49"/>
                </a:solidFill>
                <a:latin typeface="맑은 고딕"/>
                <a:ea typeface="맑은 고딕"/>
                <a:cs typeface="맑은 고딕"/>
              </a:rPr>
              <a:t>불량 발견</a:t>
            </a:r>
          </a:p>
          <a:p xmlns:a="http://schemas.openxmlformats.org/drawingml/2006/main">
            <a:pPr>
              <a:buNone/>
              <a:defRPr sz="2325" b="1">
                <a:solidFill>
                  <a:srgbClr val="173A49"/>
                </a:solidFill>
                <a:latin typeface="맑은 고딕"/>
                <a:ea typeface="맑은 고딕"/>
                <a:cs typeface="맑은 고딕"/>
              </a:defRPr>
            </a:pPr>
            <a:r>
              <a:rPr sz="2325" b="1">
                <a:solidFill>
                  <a:srgbClr val="173A49"/>
                </a:solidFill>
                <a:latin typeface="맑은 고딕"/>
                <a:ea typeface="맑은 고딕"/>
                <a:cs typeface="맑은 고딕"/>
              </a:rPr>
              <a:t>43 → 153 / 167개</a:t>
            </a:r>
          </a:p>
        </p:txBody>
      </p:sp>
      <p:sp>
        <p:nvSpPr>
          <p:cNvPr id="7" name="Recall&#10;25.7% → 91.6%">
            <a:extLst xmlns:a="http://schemas.openxmlformats.org/drawingml/2006/main">
              <a:ext uri="{FF2B5EF4-FFF2-40B4-BE49-F238E27FC236}">
                <a16:creationId xmlns:a16="http://schemas.microsoft.com/office/drawing/2014/main" id="{3473846B-BC3F-4BEB-B82A-F8D5DE6635B4}"/>
              </a:ext>
            </a:extLst>
          </p:cNvPr>
          <p:cNvSpPr>
            <a:spLocks xmlns:a="http://schemas.openxmlformats.org/drawingml/2006/main" noGrp="1"/>
          </p:cNvSpPr>
          <p:nvPr/>
        </p:nvSpPr>
        <p:spPr>
          <a:xfrm xmlns:a="http://schemas.openxmlformats.org/drawingml/2006/main">
            <a:off x="8210550" y="32575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7D82"/>
                </a:solidFill>
                <a:latin typeface="맑은 고딕"/>
                <a:ea typeface="맑은 고딕"/>
                <a:cs typeface="맑은 고딕"/>
              </a:defRPr>
            </a:defPPr>
            <a:lvl1pPr>
              <a:buNone/>
              <a:defRPr sz="2175" b="1">
                <a:solidFill>
                  <a:srgbClr val="147D82"/>
                </a:solidFill>
                <a:latin typeface="맑은 고딕"/>
                <a:ea typeface="맑은 고딕"/>
                <a:cs typeface="맑은 고딕"/>
              </a:defRPr>
            </a:lvl1pPr>
            <a:lvl2pPr>
              <a:buNone/>
              <a:defRPr sz="2175" b="1">
                <a:solidFill>
                  <a:srgbClr val="147D82"/>
                </a:solidFill>
                <a:latin typeface="맑은 고딕"/>
                <a:ea typeface="맑은 고딕"/>
                <a:cs typeface="맑은 고딕"/>
              </a:defRPr>
            </a:lvl2pPr>
            <a:lvl3pPr>
              <a:buNone/>
              <a:defRPr sz="2175" b="1">
                <a:solidFill>
                  <a:srgbClr val="147D82"/>
                </a:solidFill>
                <a:latin typeface="맑은 고딕"/>
                <a:ea typeface="맑은 고딕"/>
                <a:cs typeface="맑은 고딕"/>
              </a:defRPr>
            </a:lvl3pPr>
            <a:lvl4pPr>
              <a:buNone/>
              <a:defRPr sz="2175" b="1">
                <a:solidFill>
                  <a:srgbClr val="147D82"/>
                </a:solidFill>
                <a:latin typeface="맑은 고딕"/>
                <a:ea typeface="맑은 고딕"/>
                <a:cs typeface="맑은 고딕"/>
              </a:defRPr>
            </a:lvl4pPr>
            <a:lvl5pPr>
              <a:buNone/>
              <a:defRPr sz="2175" b="1">
                <a:solidFill>
                  <a:srgbClr val="147D82"/>
                </a:solidFill>
                <a:latin typeface="맑은 고딕"/>
                <a:ea typeface="맑은 고딕"/>
                <a:cs typeface="맑은 고딕"/>
              </a:defRPr>
            </a:lvl5pPr>
            <a:lvl6pPr>
              <a:buNone/>
              <a:defRPr sz="2175" b="1">
                <a:solidFill>
                  <a:srgbClr val="147D82"/>
                </a:solidFill>
                <a:latin typeface="맑은 고딕"/>
                <a:ea typeface="맑은 고딕"/>
                <a:cs typeface="맑은 고딕"/>
              </a:defRPr>
            </a:lvl6pPr>
            <a:lvl7pPr>
              <a:buNone/>
              <a:defRPr sz="2175" b="1">
                <a:solidFill>
                  <a:srgbClr val="147D82"/>
                </a:solidFill>
                <a:latin typeface="맑은 고딕"/>
                <a:ea typeface="맑은 고딕"/>
                <a:cs typeface="맑은 고딕"/>
              </a:defRPr>
            </a:lvl7pPr>
            <a:lvl8pPr>
              <a:buNone/>
              <a:defRPr sz="2175" b="1">
                <a:solidFill>
                  <a:srgbClr val="147D82"/>
                </a:solidFill>
                <a:latin typeface="맑은 고딕"/>
                <a:ea typeface="맑은 고딕"/>
                <a:cs typeface="맑은 고딕"/>
              </a:defRPr>
            </a:lvl8pPr>
            <a:lvl9pPr>
              <a:buNone/>
              <a:defRPr sz="2175" b="1">
                <a:solidFill>
                  <a:srgbClr val="147D82"/>
                </a:solidFill>
                <a:latin typeface="맑은 고딕"/>
                <a:ea typeface="맑은 고딕"/>
                <a:cs typeface="맑은 고딕"/>
              </a:defRPr>
            </a:lvl9pPr>
          </a:lstStyle>
          <a:p xmlns:a="http://schemas.openxmlformats.org/drawingml/2006/main">
            <a:pPr>
              <a:buNone/>
              <a:defRPr sz="2175" b="1">
                <a:solidFill>
                  <a:srgbClr val="147D82"/>
                </a:solidFill>
                <a:latin typeface="맑은 고딕"/>
                <a:ea typeface="맑은 고딕"/>
                <a:cs typeface="맑은 고딕"/>
              </a:defRPr>
            </a:pPr>
            <a:r>
              <a:rPr sz="2175" b="1">
                <a:solidFill>
                  <a:srgbClr val="147D82"/>
                </a:solidFill>
                <a:latin typeface="맑은 고딕"/>
                <a:ea typeface="맑은 고딕"/>
                <a:cs typeface="맑은 고딕"/>
              </a:rPr>
              <a:t>Recall</a:t>
            </a:r>
          </a:p>
          <a:p xmlns:a="http://schemas.openxmlformats.org/drawingml/2006/main">
            <a:pPr>
              <a:buNone/>
              <a:defRPr sz="2175" b="1">
                <a:solidFill>
                  <a:srgbClr val="147D82"/>
                </a:solidFill>
                <a:latin typeface="맑은 고딕"/>
                <a:ea typeface="맑은 고딕"/>
                <a:cs typeface="맑은 고딕"/>
              </a:defRPr>
            </a:pPr>
            <a:r>
              <a:rPr sz="2175" b="1">
                <a:solidFill>
                  <a:srgbClr val="147D82"/>
                </a:solidFill>
                <a:latin typeface="맑은 고딕"/>
                <a:ea typeface="맑은 고딕"/>
                <a:cs typeface="맑은 고딕"/>
              </a:rPr>
              <a:t>25.7% → 91.6%</a:t>
            </a:r>
          </a:p>
        </p:txBody>
      </p:sp>
      <p:sp>
        <p:nvSpPr>
          <p:cNvPr id="8" name="정상 오판&#10;96 → 79개">
            <a:extLst xmlns:a="http://schemas.openxmlformats.org/drawingml/2006/main">
              <a:ext uri="{FF2B5EF4-FFF2-40B4-BE49-F238E27FC236}">
                <a16:creationId xmlns:a16="http://schemas.microsoft.com/office/drawing/2014/main" id="{7620BBC7-FDA5-4B62-86FB-804F2DBB3C16}"/>
              </a:ext>
            </a:extLst>
          </p:cNvPr>
          <p:cNvSpPr>
            <a:spLocks xmlns:a="http://schemas.openxmlformats.org/drawingml/2006/main" noGrp="1"/>
          </p:cNvSpPr>
          <p:nvPr/>
        </p:nvSpPr>
        <p:spPr>
          <a:xfrm xmlns:a="http://schemas.openxmlformats.org/drawingml/2006/main">
            <a:off x="8210550" y="44767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73A49"/>
                </a:solidFill>
                <a:latin typeface="맑은 고딕"/>
                <a:ea typeface="맑은 고딕"/>
                <a:cs typeface="맑은 고딕"/>
              </a:defRPr>
            </a:defPPr>
            <a:lvl1pPr>
              <a:buNone/>
              <a:defRPr sz="2100" b="0">
                <a:solidFill>
                  <a:srgbClr val="173A49"/>
                </a:solidFill>
                <a:latin typeface="맑은 고딕"/>
                <a:ea typeface="맑은 고딕"/>
                <a:cs typeface="맑은 고딕"/>
              </a:defRPr>
            </a:lvl1pPr>
            <a:lvl2pPr>
              <a:buNone/>
              <a:defRPr sz="2100" b="0">
                <a:solidFill>
                  <a:srgbClr val="173A49"/>
                </a:solidFill>
                <a:latin typeface="맑은 고딕"/>
                <a:ea typeface="맑은 고딕"/>
                <a:cs typeface="맑은 고딕"/>
              </a:defRPr>
            </a:lvl2pPr>
            <a:lvl3pPr>
              <a:buNone/>
              <a:defRPr sz="2100" b="0">
                <a:solidFill>
                  <a:srgbClr val="173A49"/>
                </a:solidFill>
                <a:latin typeface="맑은 고딕"/>
                <a:ea typeface="맑은 고딕"/>
                <a:cs typeface="맑은 고딕"/>
              </a:defRPr>
            </a:lvl3pPr>
            <a:lvl4pPr>
              <a:buNone/>
              <a:defRPr sz="2100" b="0">
                <a:solidFill>
                  <a:srgbClr val="173A49"/>
                </a:solidFill>
                <a:latin typeface="맑은 고딕"/>
                <a:ea typeface="맑은 고딕"/>
                <a:cs typeface="맑은 고딕"/>
              </a:defRPr>
            </a:lvl4pPr>
            <a:lvl5pPr>
              <a:buNone/>
              <a:defRPr sz="2100" b="0">
                <a:solidFill>
                  <a:srgbClr val="173A49"/>
                </a:solidFill>
                <a:latin typeface="맑은 고딕"/>
                <a:ea typeface="맑은 고딕"/>
                <a:cs typeface="맑은 고딕"/>
              </a:defRPr>
            </a:lvl5pPr>
            <a:lvl6pPr>
              <a:buNone/>
              <a:defRPr sz="2100" b="0">
                <a:solidFill>
                  <a:srgbClr val="173A49"/>
                </a:solidFill>
                <a:latin typeface="맑은 고딕"/>
                <a:ea typeface="맑은 고딕"/>
                <a:cs typeface="맑은 고딕"/>
              </a:defRPr>
            </a:lvl6pPr>
            <a:lvl7pPr>
              <a:buNone/>
              <a:defRPr sz="2100" b="0">
                <a:solidFill>
                  <a:srgbClr val="173A49"/>
                </a:solidFill>
                <a:latin typeface="맑은 고딕"/>
                <a:ea typeface="맑은 고딕"/>
                <a:cs typeface="맑은 고딕"/>
              </a:defRPr>
            </a:lvl7pPr>
            <a:lvl8pPr>
              <a:buNone/>
              <a:defRPr sz="2100" b="0">
                <a:solidFill>
                  <a:srgbClr val="173A49"/>
                </a:solidFill>
                <a:latin typeface="맑은 고딕"/>
                <a:ea typeface="맑은 고딕"/>
                <a:cs typeface="맑은 고딕"/>
              </a:defRPr>
            </a:lvl8pPr>
            <a:lvl9pPr>
              <a:buNone/>
              <a:defRPr sz="2100" b="0">
                <a:solidFill>
                  <a:srgbClr val="173A49"/>
                </a:solidFill>
                <a:latin typeface="맑은 고딕"/>
                <a:ea typeface="맑은 고딕"/>
                <a:cs typeface="맑은 고딕"/>
              </a:defRPr>
            </a:lvl9pPr>
          </a:lstStyle>
          <a:p xmlns:a="http://schemas.openxmlformats.org/drawingml/2006/main">
            <a:pPr>
              <a:buNone/>
              <a:defRPr sz="2100" b="0">
                <a:solidFill>
                  <a:srgbClr val="173A49"/>
                </a:solidFill>
                <a:latin typeface="맑은 고딕"/>
                <a:ea typeface="맑은 고딕"/>
                <a:cs typeface="맑은 고딕"/>
              </a:defRPr>
            </a:pPr>
            <a:r>
              <a:rPr sz="2100" b="0">
                <a:solidFill>
                  <a:srgbClr val="173A49"/>
                </a:solidFill>
                <a:latin typeface="맑은 고딕"/>
                <a:ea typeface="맑은 고딕"/>
                <a:cs typeface="맑은 고딕"/>
              </a:rPr>
              <a:t>정상 오판</a:t>
            </a:r>
          </a:p>
          <a:p xmlns:a="http://schemas.openxmlformats.org/drawingml/2006/main">
            <a:pPr>
              <a:buNone/>
              <a:defRPr sz="2100" b="0">
                <a:solidFill>
                  <a:srgbClr val="173A49"/>
                </a:solidFill>
                <a:latin typeface="맑은 고딕"/>
                <a:ea typeface="맑은 고딕"/>
                <a:cs typeface="맑은 고딕"/>
              </a:defRPr>
            </a:pPr>
            <a:r>
              <a:rPr sz="2100" b="0">
                <a:solidFill>
                  <a:srgbClr val="173A49"/>
                </a:solidFill>
                <a:latin typeface="맑은 고딕"/>
                <a:ea typeface="맑은 고딕"/>
                <a:cs typeface="맑은 고딕"/>
              </a:rPr>
              <a:t>96 → 79개</a:t>
            </a:r>
          </a:p>
        </p:txBody>
      </p:sp>
      <p:sp>
        <p:nvSpPr>
          <p:cNvPr id="9" name="같은 CatBoost·새 배치의 같은 Test에서 비교했습">
            <a:extLst xmlns:a="http://schemas.openxmlformats.org/drawingml/2006/main">
              <a:ext uri="{FF2B5EF4-FFF2-40B4-BE49-F238E27FC236}">
                <a16:creationId xmlns:a16="http://schemas.microsoft.com/office/drawing/2014/main" id="{950DF6C5-EB2D-4640-B24E-7D155A29D2E6}"/>
              </a:ext>
            </a:extLst>
          </p:cNvPr>
          <p:cNvSpPr>
            <a:spLocks xmlns:a="http://schemas.openxmlformats.org/drawingml/2006/main" noGrp="1"/>
          </p:cNvSpPr>
          <p:nvPr/>
        </p:nvSpPr>
        <p:spPr>
          <a:xfrm xmlns:a="http://schemas.openxmlformats.org/drawingml/2006/main">
            <a:off x="609600" y="59626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617681"/>
                </a:solidFill>
                <a:latin typeface="맑은 고딕"/>
                <a:ea typeface="맑은 고딕"/>
                <a:cs typeface="맑은 고딕"/>
              </a:defRPr>
            </a:defPPr>
            <a:lvl1pPr>
              <a:buNone/>
              <a:defRPr sz="1425" b="0">
                <a:solidFill>
                  <a:srgbClr val="617681"/>
                </a:solidFill>
                <a:latin typeface="맑은 고딕"/>
                <a:ea typeface="맑은 고딕"/>
                <a:cs typeface="맑은 고딕"/>
              </a:defRPr>
            </a:lvl1pPr>
            <a:lvl2pPr>
              <a:buNone/>
              <a:defRPr sz="1425" b="0">
                <a:solidFill>
                  <a:srgbClr val="617681"/>
                </a:solidFill>
                <a:latin typeface="맑은 고딕"/>
                <a:ea typeface="맑은 고딕"/>
                <a:cs typeface="맑은 고딕"/>
              </a:defRPr>
            </a:lvl2pPr>
            <a:lvl3pPr>
              <a:buNone/>
              <a:defRPr sz="1425" b="0">
                <a:solidFill>
                  <a:srgbClr val="617681"/>
                </a:solidFill>
                <a:latin typeface="맑은 고딕"/>
                <a:ea typeface="맑은 고딕"/>
                <a:cs typeface="맑은 고딕"/>
              </a:defRPr>
            </a:lvl3pPr>
            <a:lvl4pPr>
              <a:buNone/>
              <a:defRPr sz="1425" b="0">
                <a:solidFill>
                  <a:srgbClr val="617681"/>
                </a:solidFill>
                <a:latin typeface="맑은 고딕"/>
                <a:ea typeface="맑은 고딕"/>
                <a:cs typeface="맑은 고딕"/>
              </a:defRPr>
            </a:lvl4pPr>
            <a:lvl5pPr>
              <a:buNone/>
              <a:defRPr sz="1425" b="0">
                <a:solidFill>
                  <a:srgbClr val="617681"/>
                </a:solidFill>
                <a:latin typeface="맑은 고딕"/>
                <a:ea typeface="맑은 고딕"/>
                <a:cs typeface="맑은 고딕"/>
              </a:defRPr>
            </a:lvl5pPr>
            <a:lvl6pPr>
              <a:buNone/>
              <a:defRPr sz="1425" b="0">
                <a:solidFill>
                  <a:srgbClr val="617681"/>
                </a:solidFill>
                <a:latin typeface="맑은 고딕"/>
                <a:ea typeface="맑은 고딕"/>
                <a:cs typeface="맑은 고딕"/>
              </a:defRPr>
            </a:lvl6pPr>
            <a:lvl7pPr>
              <a:buNone/>
              <a:defRPr sz="1425" b="0">
                <a:solidFill>
                  <a:srgbClr val="617681"/>
                </a:solidFill>
                <a:latin typeface="맑은 고딕"/>
                <a:ea typeface="맑은 고딕"/>
                <a:cs typeface="맑은 고딕"/>
              </a:defRPr>
            </a:lvl7pPr>
            <a:lvl8pPr>
              <a:buNone/>
              <a:defRPr sz="1425" b="0">
                <a:solidFill>
                  <a:srgbClr val="617681"/>
                </a:solidFill>
                <a:latin typeface="맑은 고딕"/>
                <a:ea typeface="맑은 고딕"/>
                <a:cs typeface="맑은 고딕"/>
              </a:defRPr>
            </a:lvl8pPr>
            <a:lvl9pPr>
              <a:buNone/>
              <a:defRPr sz="1425" b="0">
                <a:solidFill>
                  <a:srgbClr val="617681"/>
                </a:solidFill>
                <a:latin typeface="맑은 고딕"/>
                <a:ea typeface="맑은 고딕"/>
                <a:cs typeface="맑은 고딕"/>
              </a:defRPr>
            </a:lvl9pPr>
          </a:lstStyle>
          <a:p xmlns:a="http://schemas.openxmlformats.org/drawingml/2006/main">
            <a:pPr>
              <a:buNone/>
              <a:defRPr sz="1425" b="0">
                <a:solidFill>
                  <a:srgbClr val="617681"/>
                </a:solidFill>
                <a:latin typeface="맑은 고딕"/>
                <a:ea typeface="맑은 고딕"/>
                <a:cs typeface="맑은 고딕"/>
              </a:defRPr>
            </a:pPr>
            <a:r>
              <a:rPr sz="1425" b="0">
                <a:solidFill>
                  <a:srgbClr val="617681"/>
                </a:solidFill>
                <a:latin typeface="맑은 고딕"/>
                <a:ea typeface="맑은 고딕"/>
                <a:cs typeface="맑은 고딕"/>
              </a:rPr>
              <a:t>같은 CatBoost·새 배치의 같은 Test에서 비교했습니다. 후보를 저장하고 운영 모델은 유지합니다.</a:t>
            </a:r>
          </a:p>
        </p:txBody>
      </p:sp>
    </p:spTree>
    <p:extLst>
      <p:ext uri="{BB962C8B-B14F-4D97-AF65-F5344CB8AC3E}">
        <p14:creationId xmlns:p14="http://schemas.microsoft.com/office/powerpoint/2010/main" val="1048044630"/>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A4D165B-5C38-45CE-9848-FA87932611B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9C5FA78-B446-46B7-BBD1-F77D58DD3D80}"/>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12 · 합성 검사 이미지 | Validation114건·불량19개</a:t>
            </a:r>
          </a:p>
        </p:txBody>
      </p:sp>
      <p:sp>
        <p:nvSpPr>
          <p:cNvPr id="4" name="TextBox 3">
            <a:extLst xmlns:a="http://schemas.openxmlformats.org/drawingml/2006/main">
              <a:ext uri="{FF2B5EF4-FFF2-40B4-BE49-F238E27FC236}">
                <a16:creationId xmlns:a16="http://schemas.microsoft.com/office/drawing/2014/main" id="{889498A0-B71D-4013-A2D5-517E9B0139A0}"/>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이미지 모델도 별도로 학습해 비교했습니다</a:t>
            </a:r>
          </a:p>
        </p:txBody>
      </p:sp>
      <p:sp>
        <p:nvSpPr>
          <p:cNvPr id="5" name="Rectangle 4">
            <a:extLst xmlns:a="http://schemas.openxmlformats.org/drawingml/2006/main">
              <a:ext uri="{FF2B5EF4-FFF2-40B4-BE49-F238E27FC236}">
                <a16:creationId xmlns:a16="http://schemas.microsoft.com/office/drawing/2014/main" id="{B9C998ED-5A2D-4473-86F4-84D2A07C4C3A}"/>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E057D70-7353-430E-9336-D2FA04370504}"/>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B77BDA83-E13C-4CFC-837C-DD1FF98A27B5}"/>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12 / 17</a:t>
            </a:r>
          </a:p>
        </p:txBody>
      </p:sp>
      <p:sp>
        <p:nvSpPr>
          <p:cNvPr id="8" name="Rectangle 7">
            <a:extLst xmlns:a="http://schemas.openxmlformats.org/drawingml/2006/main">
              <a:ext uri="{FF2B5EF4-FFF2-40B4-BE49-F238E27FC236}">
                <a16:creationId xmlns:a16="http://schemas.microsoft.com/office/drawing/2014/main" id="{DE47B701-171C-4B63-BD00-D7A22C2F6C92}"/>
              </a:ext>
            </a:extLst>
          </p:cNvPr>
          <p:cNvSpPr>
            <a:spLocks xmlns:a="http://schemas.openxmlformats.org/drawingml/2006/main" noGrp="1"/>
          </p:cNvSpPr>
          <p:nvPr/>
        </p:nvSpPr>
        <p:spPr>
          <a:xfrm xmlns:a="http://schemas.openxmlformats.org/drawingml/2006/main">
            <a:off x="640080" y="197510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B87B24-2B45-4470-8C24-184F72C15DBA}"/>
              </a:ext>
            </a:extLst>
          </p:cNvPr>
          <p:cNvSpPr>
            <a:spLocks xmlns:a="http://schemas.openxmlformats.org/drawingml/2006/main" noGrp="1"/>
          </p:cNvSpPr>
          <p:nvPr/>
        </p:nvSpPr>
        <p:spPr>
          <a:xfrm xmlns:a="http://schemas.openxmlformats.org/drawingml/2006/main">
            <a:off x="609600" y="1885950"/>
            <a:ext cx="10953750" cy="34930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800">
                <a:solidFill>
                  <a:srgbClr val="173A49"/>
                </a:solidFill>
                <a:latin typeface="맑은 고딕"/>
                <a:ea typeface="맑은 고딕"/>
                <a:cs typeface="맑은 고딕"/>
              </a:defRPr>
            </a:defPPr>
            <a:lvl1pPr algn="l">
              <a:defRPr sz="1800">
                <a:solidFill>
                  <a:srgbClr val="173A49"/>
                </a:solidFill>
                <a:latin typeface="맑은 고딕"/>
                <a:ea typeface="맑은 고딕"/>
                <a:cs typeface="맑은 고딕"/>
              </a:defRPr>
            </a:lvl1pPr>
            <a:lvl2pPr algn="l">
              <a:defRPr sz="1800">
                <a:solidFill>
                  <a:srgbClr val="173A49"/>
                </a:solidFill>
                <a:latin typeface="맑은 고딕"/>
                <a:ea typeface="맑은 고딕"/>
                <a:cs typeface="맑은 고딕"/>
              </a:defRPr>
            </a:lvl2pPr>
            <a:lvl3pPr algn="l">
              <a:defRPr sz="1800">
                <a:solidFill>
                  <a:srgbClr val="173A49"/>
                </a:solidFill>
                <a:latin typeface="맑은 고딕"/>
                <a:ea typeface="맑은 고딕"/>
                <a:cs typeface="맑은 고딕"/>
              </a:defRPr>
            </a:lvl3pPr>
            <a:lvl4pPr algn="l">
              <a:defRPr sz="1800">
                <a:solidFill>
                  <a:srgbClr val="173A49"/>
                </a:solidFill>
                <a:latin typeface="맑은 고딕"/>
                <a:ea typeface="맑은 고딕"/>
                <a:cs typeface="맑은 고딕"/>
              </a:defRPr>
            </a:lvl4pPr>
            <a:lvl5pPr algn="l">
              <a:defRPr sz="1800">
                <a:solidFill>
                  <a:srgbClr val="173A49"/>
                </a:solidFill>
                <a:latin typeface="맑은 고딕"/>
                <a:ea typeface="맑은 고딕"/>
                <a:cs typeface="맑은 고딕"/>
              </a:defRPr>
            </a:lvl5pPr>
            <a:lvl6pPr algn="l">
              <a:defRPr sz="1800">
                <a:solidFill>
                  <a:srgbClr val="173A49"/>
                </a:solidFill>
                <a:latin typeface="맑은 고딕"/>
                <a:ea typeface="맑은 고딕"/>
                <a:cs typeface="맑은 고딕"/>
              </a:defRPr>
            </a:lvl6pPr>
            <a:lvl7pPr algn="l">
              <a:defRPr sz="1800">
                <a:solidFill>
                  <a:srgbClr val="173A49"/>
                </a:solidFill>
                <a:latin typeface="맑은 고딕"/>
                <a:ea typeface="맑은 고딕"/>
                <a:cs typeface="맑은 고딕"/>
              </a:defRPr>
            </a:lvl7pPr>
            <a:lvl8pPr algn="l">
              <a:defRPr sz="1800">
                <a:solidFill>
                  <a:srgbClr val="173A49"/>
                </a:solidFill>
                <a:latin typeface="맑은 고딕"/>
                <a:ea typeface="맑은 고딕"/>
                <a:cs typeface="맑은 고딕"/>
              </a:defRPr>
            </a:lvl8pPr>
            <a:lvl9pPr algn="l">
              <a:defRPr sz="18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800" b="0">
                <a:solidFill>
                  <a:srgbClr val="173A49"/>
                </a:solidFill>
                <a:latin typeface="맑은 고딕"/>
                <a:ea typeface="맑은 고딕"/>
                <a:cs typeface="맑은 고딕"/>
              </a:defRPr>
            </a:pPr>
            <a:r>
              <a:rPr sz="1800">
                <a:solidFill>
                  <a:srgbClr val="173A49"/>
                </a:solidFill>
                <a:latin typeface="맑은 고딕"/>
                <a:ea typeface="맑은 고딕"/>
                <a:cs typeface="맑은 고딕"/>
              </a:rPr>
              <a:t>전처리2조건 중 모델별 최선. 단순 합성 패턴에서 세 모델이 같은 점수입니다.</a:t>
            </a:r>
          </a:p>
        </p:txBody>
      </p:sp>
      <p:sp>
        <p:nvSpPr>
          <p:cNvPr id="10" name="Rectangle 9">
            <a:extLst xmlns:a="http://schemas.openxmlformats.org/drawingml/2006/main">
              <a:ext uri="{FF2B5EF4-FFF2-40B4-BE49-F238E27FC236}">
                <a16:creationId xmlns:a16="http://schemas.microsoft.com/office/drawing/2014/main" id="{AF8766F4-C191-4C5C-B0D2-0795BF83207E}"/>
              </a:ext>
            </a:extLst>
          </p:cNvPr>
          <p:cNvSpPr>
            <a:spLocks xmlns:a="http://schemas.openxmlformats.org/drawingml/2006/main" noGrp="1"/>
          </p:cNvSpPr>
          <p:nvPr/>
        </p:nvSpPr>
        <p:spPr>
          <a:xfrm xmlns:a="http://schemas.openxmlformats.org/drawingml/2006/main">
            <a:off x="640080" y="275234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02CAD1E-C75B-4EB7-9D3B-7FDFCE11D2ED}"/>
              </a:ext>
            </a:extLst>
          </p:cNvPr>
          <p:cNvSpPr>
            <a:spLocks xmlns:a="http://schemas.openxmlformats.org/drawingml/2006/main" noGrp="1"/>
          </p:cNvSpPr>
          <p:nvPr/>
        </p:nvSpPr>
        <p:spPr>
          <a:xfrm xmlns:a="http://schemas.openxmlformats.org/drawingml/2006/main">
            <a:off x="609600" y="5743575"/>
            <a:ext cx="10953750" cy="2971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500">
                <a:solidFill>
                  <a:srgbClr val="173A49"/>
                </a:solidFill>
                <a:latin typeface="맑은 고딕"/>
                <a:ea typeface="맑은 고딕"/>
                <a:cs typeface="맑은 고딕"/>
              </a:defRPr>
            </a:defPPr>
            <a:lvl1pPr algn="l">
              <a:defRPr sz="1500">
                <a:solidFill>
                  <a:srgbClr val="173A49"/>
                </a:solidFill>
                <a:latin typeface="맑은 고딕"/>
                <a:ea typeface="맑은 고딕"/>
                <a:cs typeface="맑은 고딕"/>
              </a:defRPr>
            </a:lvl1pPr>
            <a:lvl2pPr algn="l">
              <a:defRPr sz="1500">
                <a:solidFill>
                  <a:srgbClr val="173A49"/>
                </a:solidFill>
                <a:latin typeface="맑은 고딕"/>
                <a:ea typeface="맑은 고딕"/>
                <a:cs typeface="맑은 고딕"/>
              </a:defRPr>
            </a:lvl2pPr>
            <a:lvl3pPr algn="l">
              <a:defRPr sz="1500">
                <a:solidFill>
                  <a:srgbClr val="173A49"/>
                </a:solidFill>
                <a:latin typeface="맑은 고딕"/>
                <a:ea typeface="맑은 고딕"/>
                <a:cs typeface="맑은 고딕"/>
              </a:defRPr>
            </a:lvl3pPr>
            <a:lvl4pPr algn="l">
              <a:defRPr sz="1500">
                <a:solidFill>
                  <a:srgbClr val="173A49"/>
                </a:solidFill>
                <a:latin typeface="맑은 고딕"/>
                <a:ea typeface="맑은 고딕"/>
                <a:cs typeface="맑은 고딕"/>
              </a:defRPr>
            </a:lvl4pPr>
            <a:lvl5pPr algn="l">
              <a:defRPr sz="1500">
                <a:solidFill>
                  <a:srgbClr val="173A49"/>
                </a:solidFill>
                <a:latin typeface="맑은 고딕"/>
                <a:ea typeface="맑은 고딕"/>
                <a:cs typeface="맑은 고딕"/>
              </a:defRPr>
            </a:lvl5pPr>
            <a:lvl6pPr algn="l">
              <a:defRPr sz="1500">
                <a:solidFill>
                  <a:srgbClr val="173A49"/>
                </a:solidFill>
                <a:latin typeface="맑은 고딕"/>
                <a:ea typeface="맑은 고딕"/>
                <a:cs typeface="맑은 고딕"/>
              </a:defRPr>
            </a:lvl6pPr>
            <a:lvl7pPr algn="l">
              <a:defRPr sz="1500">
                <a:solidFill>
                  <a:srgbClr val="173A49"/>
                </a:solidFill>
                <a:latin typeface="맑은 고딕"/>
                <a:ea typeface="맑은 고딕"/>
                <a:cs typeface="맑은 고딕"/>
              </a:defRPr>
            </a:lvl7pPr>
            <a:lvl8pPr algn="l">
              <a:defRPr sz="1500">
                <a:solidFill>
                  <a:srgbClr val="173A49"/>
                </a:solidFill>
                <a:latin typeface="맑은 고딕"/>
                <a:ea typeface="맑은 고딕"/>
                <a:cs typeface="맑은 고딕"/>
              </a:defRPr>
            </a:lvl8pPr>
            <a:lvl9pPr algn="l">
              <a:defRPr sz="15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1500" b="0">
                <a:solidFill>
                  <a:srgbClr val="173A49"/>
                </a:solidFill>
                <a:latin typeface="맑은 고딕"/>
                <a:ea typeface="맑은 고딕"/>
                <a:cs typeface="맑은 고딕"/>
              </a:defRPr>
            </a:pPr>
            <a:r>
              <a:rPr sz="1500">
                <a:solidFill>
                  <a:srgbClr val="173A49"/>
                </a:solidFill>
                <a:latin typeface="맑은 고딕"/>
                <a:ea typeface="맑은 고딕"/>
                <a:cs typeface="맑은 고딕"/>
              </a:rPr>
              <a:t>선택 Autoencoder의 Test는14/15개 발견. 불량 표본 부족으로 적용 판단은 보류했습니다.</a:t>
            </a:r>
          </a:p>
        </p:txBody>
      </p:sp>
      <p:sp>
        <p:nvSpPr>
          <p:cNvPr id="12" name="Rectangle 11">
            <a:extLst xmlns:a="http://schemas.openxmlformats.org/drawingml/2006/main">
              <a:ext uri="{FF2B5EF4-FFF2-40B4-BE49-F238E27FC236}">
                <a16:creationId xmlns:a16="http://schemas.microsoft.com/office/drawing/2014/main" id="{D7823874-8A08-4D38-98BB-02C0FEC9D8BF}"/>
              </a:ext>
            </a:extLst>
          </p:cNvPr>
          <p:cNvSpPr>
            <a:spLocks xmlns:a="http://schemas.openxmlformats.org/drawingml/2006/main" noGrp="1"/>
          </p:cNvSpPr>
          <p:nvPr/>
        </p:nvSpPr>
        <p:spPr>
          <a:xfrm xmlns:a="http://schemas.openxmlformats.org/drawingml/2006/main">
            <a:off x="640080" y="352958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2528CCF3-2194-411F-AE88-2AD042CC7EA2}"/>
              </a:ext>
            </a:extLst>
          </p:cNvPr>
          <p:cNvSpPr>
            <a:spLocks xmlns:a="http://schemas.openxmlformats.org/drawingml/2006/main" noGrp="1"/>
          </p:cNvSpPr>
          <p:nvPr/>
        </p:nvSpPr>
        <p:spPr>
          <a:xfrm xmlns:a="http://schemas.openxmlformats.org/drawingml/2006/main">
            <a:off x="868680" y="3529584"/>
            <a:ext cx="1060704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900">
                <a:solidFill>
                  <a:srgbClr val="173A49"/>
                </a:solidFill>
                <a:latin typeface="맑은 고딕"/>
                <a:ea typeface="맑은 고딕"/>
                <a:cs typeface="맑은 고딕"/>
              </a:defRPr>
            </a:defPPr>
            <a:lvl1pPr algn="l">
              <a:defRPr sz="1900">
                <a:solidFill>
                  <a:srgbClr val="173A49"/>
                </a:solidFill>
                <a:latin typeface="맑은 고딕"/>
                <a:ea typeface="맑은 고딕"/>
                <a:cs typeface="맑은 고딕"/>
              </a:defRPr>
            </a:lvl1pPr>
            <a:lvl2pPr algn="l">
              <a:defRPr sz="1900">
                <a:solidFill>
                  <a:srgbClr val="173A49"/>
                </a:solidFill>
                <a:latin typeface="맑은 고딕"/>
                <a:ea typeface="맑은 고딕"/>
                <a:cs typeface="맑은 고딕"/>
              </a:defRPr>
            </a:lvl2pPr>
            <a:lvl3pPr algn="l">
              <a:defRPr sz="1900">
                <a:solidFill>
                  <a:srgbClr val="173A49"/>
                </a:solidFill>
                <a:latin typeface="맑은 고딕"/>
                <a:ea typeface="맑은 고딕"/>
                <a:cs typeface="맑은 고딕"/>
              </a:defRPr>
            </a:lvl3pPr>
            <a:lvl4pPr algn="l">
              <a:defRPr sz="1900">
                <a:solidFill>
                  <a:srgbClr val="173A49"/>
                </a:solidFill>
                <a:latin typeface="맑은 고딕"/>
                <a:ea typeface="맑은 고딕"/>
                <a:cs typeface="맑은 고딕"/>
              </a:defRPr>
            </a:lvl4pPr>
            <a:lvl5pPr algn="l">
              <a:defRPr sz="1900">
                <a:solidFill>
                  <a:srgbClr val="173A49"/>
                </a:solidFill>
                <a:latin typeface="맑은 고딕"/>
                <a:ea typeface="맑은 고딕"/>
                <a:cs typeface="맑은 고딕"/>
              </a:defRPr>
            </a:lvl5pPr>
            <a:lvl6pPr algn="l">
              <a:defRPr sz="1900">
                <a:solidFill>
                  <a:srgbClr val="173A49"/>
                </a:solidFill>
                <a:latin typeface="맑은 고딕"/>
                <a:ea typeface="맑은 고딕"/>
                <a:cs typeface="맑은 고딕"/>
              </a:defRPr>
            </a:lvl6pPr>
            <a:lvl7pPr algn="l">
              <a:defRPr sz="1900">
                <a:solidFill>
                  <a:srgbClr val="173A49"/>
                </a:solidFill>
                <a:latin typeface="맑은 고딕"/>
                <a:ea typeface="맑은 고딕"/>
                <a:cs typeface="맑은 고딕"/>
              </a:defRPr>
            </a:lvl7pPr>
            <a:lvl8pPr algn="l">
              <a:defRPr sz="1900">
                <a:solidFill>
                  <a:srgbClr val="173A49"/>
                </a:solidFill>
                <a:latin typeface="맑은 고딕"/>
                <a:ea typeface="맑은 고딕"/>
                <a:cs typeface="맑은 고딕"/>
              </a:defRPr>
            </a:lvl8pPr>
            <a:lvl9pPr algn="l">
              <a:defRPr sz="1900">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1900" b="0">
                <a:solidFill>
                  <a:srgbClr val="173A49"/>
                </a:solidFill>
                <a:latin typeface="맑은 고딕"/>
                <a:ea typeface="맑은 고딕"/>
                <a:cs typeface="맑은 고딕"/>
              </a:defRPr>
            </a:pPr>
            <a:r>
              <a:t/>
            </a:r>
          </a:p>
        </p:txBody>
      </p:sp>
      <p:sp>
        <p:nvSpPr>
          <p:cNvPr id="14" name="Rectangle 13">
            <a:extLst xmlns:a="http://schemas.openxmlformats.org/drawingml/2006/main">
              <a:ext uri="{FF2B5EF4-FFF2-40B4-BE49-F238E27FC236}">
                <a16:creationId xmlns:a16="http://schemas.microsoft.com/office/drawing/2014/main" id="{6AA557E4-D352-400C-8E63-4496940EF2A2}"/>
              </a:ext>
            </a:extLst>
          </p:cNvPr>
          <p:cNvSpPr>
            <a:spLocks xmlns:a="http://schemas.openxmlformats.org/drawingml/2006/main" noGrp="1"/>
          </p:cNvSpPr>
          <p:nvPr/>
        </p:nvSpPr>
        <p:spPr>
          <a:xfrm xmlns:a="http://schemas.openxmlformats.org/drawingml/2006/main">
            <a:off x="640080" y="430682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260E85B5-8595-41C5-A6E2-6CC572884BC3}"/>
              </a:ext>
            </a:extLst>
          </p:cNvPr>
          <p:cNvSpPr>
            <a:spLocks xmlns:a="http://schemas.openxmlformats.org/drawingml/2006/main" noGrp="1"/>
          </p:cNvSpPr>
          <p:nvPr/>
        </p:nvSpPr>
        <p:spPr>
          <a:xfrm xmlns:a="http://schemas.openxmlformats.org/drawingml/2006/main">
            <a:off x="868680" y="4306824"/>
            <a:ext cx="1060704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900">
                <a:solidFill>
                  <a:srgbClr val="173A49"/>
                </a:solidFill>
                <a:latin typeface="맑은 고딕"/>
                <a:ea typeface="맑은 고딕"/>
                <a:cs typeface="맑은 고딕"/>
              </a:defRPr>
            </a:defPPr>
            <a:lvl1pPr algn="l">
              <a:defRPr sz="1900">
                <a:solidFill>
                  <a:srgbClr val="173A49"/>
                </a:solidFill>
                <a:latin typeface="맑은 고딕"/>
                <a:ea typeface="맑은 고딕"/>
                <a:cs typeface="맑은 고딕"/>
              </a:defRPr>
            </a:lvl1pPr>
            <a:lvl2pPr algn="l">
              <a:defRPr sz="1900">
                <a:solidFill>
                  <a:srgbClr val="173A49"/>
                </a:solidFill>
                <a:latin typeface="맑은 고딕"/>
                <a:ea typeface="맑은 고딕"/>
                <a:cs typeface="맑은 고딕"/>
              </a:defRPr>
            </a:lvl2pPr>
            <a:lvl3pPr algn="l">
              <a:defRPr sz="1900">
                <a:solidFill>
                  <a:srgbClr val="173A49"/>
                </a:solidFill>
                <a:latin typeface="맑은 고딕"/>
                <a:ea typeface="맑은 고딕"/>
                <a:cs typeface="맑은 고딕"/>
              </a:defRPr>
            </a:lvl3pPr>
            <a:lvl4pPr algn="l">
              <a:defRPr sz="1900">
                <a:solidFill>
                  <a:srgbClr val="173A49"/>
                </a:solidFill>
                <a:latin typeface="맑은 고딕"/>
                <a:ea typeface="맑은 고딕"/>
                <a:cs typeface="맑은 고딕"/>
              </a:defRPr>
            </a:lvl4pPr>
            <a:lvl5pPr algn="l">
              <a:defRPr sz="1900">
                <a:solidFill>
                  <a:srgbClr val="173A49"/>
                </a:solidFill>
                <a:latin typeface="맑은 고딕"/>
                <a:ea typeface="맑은 고딕"/>
                <a:cs typeface="맑은 고딕"/>
              </a:defRPr>
            </a:lvl5pPr>
            <a:lvl6pPr algn="l">
              <a:defRPr sz="1900">
                <a:solidFill>
                  <a:srgbClr val="173A49"/>
                </a:solidFill>
                <a:latin typeface="맑은 고딕"/>
                <a:ea typeface="맑은 고딕"/>
                <a:cs typeface="맑은 고딕"/>
              </a:defRPr>
            </a:lvl6pPr>
            <a:lvl7pPr algn="l">
              <a:defRPr sz="1900">
                <a:solidFill>
                  <a:srgbClr val="173A49"/>
                </a:solidFill>
                <a:latin typeface="맑은 고딕"/>
                <a:ea typeface="맑은 고딕"/>
                <a:cs typeface="맑은 고딕"/>
              </a:defRPr>
            </a:lvl7pPr>
            <a:lvl8pPr algn="l">
              <a:defRPr sz="1900">
                <a:solidFill>
                  <a:srgbClr val="173A49"/>
                </a:solidFill>
                <a:latin typeface="맑은 고딕"/>
                <a:ea typeface="맑은 고딕"/>
                <a:cs typeface="맑은 고딕"/>
              </a:defRPr>
            </a:lvl8pPr>
            <a:lvl9pPr algn="l">
              <a:defRPr sz="1900">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1900" b="0">
                <a:solidFill>
                  <a:srgbClr val="173A49"/>
                </a:solidFill>
                <a:latin typeface="맑은 고딕"/>
                <a:ea typeface="맑은 고딕"/>
                <a:cs typeface="맑은 고딕"/>
              </a:defRPr>
            </a:pPr>
            <a:r>
              <a:t/>
            </a:r>
          </a:p>
        </p:txBody>
      </p:sp>
      <p:sp>
        <p:nvSpPr>
          <p:cNvPr id="16" name="Rectangle 15">
            <a:extLst xmlns:a="http://schemas.openxmlformats.org/drawingml/2006/main">
              <a:ext uri="{FF2B5EF4-FFF2-40B4-BE49-F238E27FC236}">
                <a16:creationId xmlns:a16="http://schemas.microsoft.com/office/drawing/2014/main" id="{BAD54B5F-F6DF-4FB3-8A0A-0D08BDFF1826}"/>
              </a:ext>
            </a:extLst>
          </p:cNvPr>
          <p:cNvSpPr>
            <a:spLocks xmlns:a="http://schemas.openxmlformats.org/drawingml/2006/main" noGrp="1"/>
          </p:cNvSpPr>
          <p:nvPr/>
        </p:nvSpPr>
        <p:spPr>
          <a:xfrm xmlns:a="http://schemas.openxmlformats.org/drawingml/2006/main">
            <a:off x="640080" y="5084064"/>
            <a:ext cx="50292" cy="5120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69B98A1-1CF7-4F0B-A6EE-78604729ABCB}"/>
              </a:ext>
            </a:extLst>
          </p:cNvPr>
          <p:cNvSpPr>
            <a:spLocks xmlns:a="http://schemas.openxmlformats.org/drawingml/2006/main" noGrp="1"/>
          </p:cNvSpPr>
          <p:nvPr/>
        </p:nvSpPr>
        <p:spPr>
          <a:xfrm xmlns:a="http://schemas.openxmlformats.org/drawingml/2006/main">
            <a:off x="868680" y="5084064"/>
            <a:ext cx="10607040" cy="36667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900">
                <a:solidFill>
                  <a:srgbClr val="173A49"/>
                </a:solidFill>
                <a:latin typeface="맑은 고딕"/>
                <a:ea typeface="맑은 고딕"/>
                <a:cs typeface="맑은 고딕"/>
              </a:defRPr>
            </a:defPPr>
            <a:lvl1pPr algn="l">
              <a:defRPr sz="1900">
                <a:solidFill>
                  <a:srgbClr val="173A49"/>
                </a:solidFill>
                <a:latin typeface="맑은 고딕"/>
                <a:ea typeface="맑은 고딕"/>
                <a:cs typeface="맑은 고딕"/>
              </a:defRPr>
            </a:lvl1pPr>
            <a:lvl2pPr algn="l">
              <a:defRPr sz="1900">
                <a:solidFill>
                  <a:srgbClr val="173A49"/>
                </a:solidFill>
                <a:latin typeface="맑은 고딕"/>
                <a:ea typeface="맑은 고딕"/>
                <a:cs typeface="맑은 고딕"/>
              </a:defRPr>
            </a:lvl2pPr>
            <a:lvl3pPr algn="l">
              <a:defRPr sz="1900">
                <a:solidFill>
                  <a:srgbClr val="173A49"/>
                </a:solidFill>
                <a:latin typeface="맑은 고딕"/>
                <a:ea typeface="맑은 고딕"/>
                <a:cs typeface="맑은 고딕"/>
              </a:defRPr>
            </a:lvl3pPr>
            <a:lvl4pPr algn="l">
              <a:defRPr sz="1900">
                <a:solidFill>
                  <a:srgbClr val="173A49"/>
                </a:solidFill>
                <a:latin typeface="맑은 고딕"/>
                <a:ea typeface="맑은 고딕"/>
                <a:cs typeface="맑은 고딕"/>
              </a:defRPr>
            </a:lvl4pPr>
            <a:lvl5pPr algn="l">
              <a:defRPr sz="1900">
                <a:solidFill>
                  <a:srgbClr val="173A49"/>
                </a:solidFill>
                <a:latin typeface="맑은 고딕"/>
                <a:ea typeface="맑은 고딕"/>
                <a:cs typeface="맑은 고딕"/>
              </a:defRPr>
            </a:lvl5pPr>
            <a:lvl6pPr algn="l">
              <a:defRPr sz="1900">
                <a:solidFill>
                  <a:srgbClr val="173A49"/>
                </a:solidFill>
                <a:latin typeface="맑은 고딕"/>
                <a:ea typeface="맑은 고딕"/>
                <a:cs typeface="맑은 고딕"/>
              </a:defRPr>
            </a:lvl6pPr>
            <a:lvl7pPr algn="l">
              <a:defRPr sz="1900">
                <a:solidFill>
                  <a:srgbClr val="173A49"/>
                </a:solidFill>
                <a:latin typeface="맑은 고딕"/>
                <a:ea typeface="맑은 고딕"/>
                <a:cs typeface="맑은 고딕"/>
              </a:defRPr>
            </a:lvl7pPr>
            <a:lvl8pPr algn="l">
              <a:defRPr sz="1900">
                <a:solidFill>
                  <a:srgbClr val="173A49"/>
                </a:solidFill>
                <a:latin typeface="맑은 고딕"/>
                <a:ea typeface="맑은 고딕"/>
                <a:cs typeface="맑은 고딕"/>
              </a:defRPr>
            </a:lvl8pPr>
            <a:lvl9pPr algn="l">
              <a:defRPr sz="1900">
                <a:solidFill>
                  <a:srgbClr val="173A49"/>
                </a:solidFill>
                <a:latin typeface="맑은 고딕"/>
                <a:ea typeface="맑은 고딕"/>
                <a:cs typeface="맑은 고딕"/>
              </a:defRPr>
            </a:lvl9pPr>
          </a:lstStyle>
          <a:p xmlns:a="http://schemas.openxmlformats.org/drawingml/2006/main">
            <a:pPr>
              <a:lnSpc>
                <a:spcPct val="114000"/>
              </a:lnSpc>
              <a:spcAft>
                <a:spcPts val="800"/>
              </a:spcAft>
              <a:buNone/>
              <a:defRPr sz="1900" b="0">
                <a:solidFill>
                  <a:srgbClr val="173A49"/>
                </a:solidFill>
                <a:latin typeface="맑은 고딕"/>
                <a:ea typeface="맑은 고딕"/>
                <a:cs typeface="맑은 고딕"/>
              </a:defRPr>
            </a:pPr>
            <a:r>
              <a:t/>
            </a:r>
          </a:p>
        </p:txBody>
      </p:sp>
      <p:graphicFrame>
        <p:nvGraphicFramePr>
          <p:cNvPr id="18" name="">
            <a:extLst xmlns:a="http://schemas.openxmlformats.org/drawingml/2006/main">
              <a:ext uri="{FF2B5EF4-FFF2-40B4-BE49-F238E27FC236}">
                <a16:creationId xmlns:a16="http://schemas.microsoft.com/office/drawing/2014/main" id="{28BD480E-F818-42B5-A123-FA1FD593DFA4}"/>
              </a:ext>
            </a:extLst>
          </p:cNvPr>
          <p:cNvGraphicFramePr/>
          <p:nvPr/>
        </p:nvGraphicFramePr>
        <p:xfrm>
          <a:off xmlns:a="http://schemas.openxmlformats.org/drawingml/2006/main" x="609600" y="2724150"/>
          <a:ext xmlns:a="http://schemas.openxmlformats.org/drawingml/2006/main" cx="10953750" cy="2762250"/>
        </p:xfrm>
        <a:graphic xmlns:a="http://schemas.openxmlformats.org/drawingml/2006/main">
          <a:graphicData uri="http://schemas.openxmlformats.org/drawingml/2006/table">
            <a:tbl>
              <a:tblPr/>
              <a:tblGrid>
                <a:gridCol w="2714625"/>
                <a:gridCol w="3190875"/>
                <a:gridCol w="1428750"/>
                <a:gridCol w="1428750"/>
                <a:gridCol w="2190750"/>
              </a:tblGrid>
              <a:tr h="552450">
                <a:tc>
                  <a:txBody>
                    <a:bodyPr/>
                    <a:lstStyle/>
                    <a:p>
                      <a:pPr algn="l"/>
                      <a:r>
                        <a:rPr sz="1725" b="1">
                          <a:solidFill>
                            <a:srgbClr val="FFFFFF"/>
                          </a:solidFill>
                          <a:latin typeface="맑은 고딕"/>
                          <a:ea typeface="맑은 고딕"/>
                          <a:cs typeface="맑은 고딕"/>
                        </a:rPr>
                        <a:t>이미지 모델</a:t>
                      </a:r>
                    </a:p>
                  </a:txBody>
                  <a:tcPr marL="95250" marR="76200" marT="57150" marB="57150" anchor="ctr">
                    <a:lnL w="6668">
                      <a:solidFill>
                        <a:srgbClr val="BCD2D7"/>
                      </a:solidFill>
                      <a:prstDash val="solid"/>
                    </a:lnL>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725" b="1">
                          <a:solidFill>
                            <a:srgbClr val="FFFFFF"/>
                          </a:solidFill>
                          <a:latin typeface="맑은 고딕"/>
                          <a:ea typeface="맑은 고딕"/>
                          <a:cs typeface="맑은 고딕"/>
                        </a:rPr>
                        <a:t>현재 상태</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725" b="1">
                          <a:solidFill>
                            <a:srgbClr val="FFFFFF"/>
                          </a:solidFill>
                          <a:latin typeface="맑은 고딕"/>
                          <a:ea typeface="맑은 고딕"/>
                          <a:cs typeface="맑은 고딕"/>
                        </a:rPr>
                        <a:t>Recall</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725" b="1">
                          <a:solidFill>
                            <a:srgbClr val="FFFFFF"/>
                          </a:solidFill>
                          <a:latin typeface="맑은 고딕"/>
                          <a:ea typeface="맑은 고딕"/>
                          <a:cs typeface="맑은 고딕"/>
                        </a:rPr>
                        <a:t>F1</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c>
                  <a:txBody>
                    <a:bodyPr/>
                    <a:lstStyle/>
                    <a:p>
                      <a:pPr algn="l"/>
                      <a:r>
                        <a:rPr sz="1725" b="1">
                          <a:solidFill>
                            <a:srgbClr val="FFFFFF"/>
                          </a:solidFill>
                          <a:latin typeface="맑은 고딕"/>
                          <a:ea typeface="맑은 고딕"/>
                          <a:cs typeface="맑은 고딕"/>
                        </a:rPr>
                        <a:t>정상 오판률</a:t>
                      </a:r>
                    </a:p>
                  </a:txBody>
                  <a:tcPr marL="95250" marR="76200" marT="57150" marB="57150" anchor="ctr">
                    <a:lnR w="6668">
                      <a:solidFill>
                        <a:srgbClr val="BCD2D7"/>
                      </a:solidFill>
                      <a:prstDash val="solid"/>
                    </a:lnR>
                    <a:lnT w="6668">
                      <a:solidFill>
                        <a:srgbClr val="BCD2D7"/>
                      </a:solidFill>
                      <a:prstDash val="solid"/>
                    </a:lnT>
                    <a:lnB w="6668">
                      <a:solidFill>
                        <a:srgbClr val="BCD2D7"/>
                      </a:solidFill>
                      <a:prstDash val="solid"/>
                    </a:lnB>
                    <a:solidFill>
                      <a:srgbClr val="147D82"/>
                    </a:solidFill>
                  </a:tcPr>
                </a:tc>
              </a:tr>
              <a:tr h="552450">
                <a:tc>
                  <a:txBody>
                    <a:bodyPr/>
                    <a:lstStyle/>
                    <a:p>
                      <a:pPr algn="l"/>
                      <a:r>
                        <a:rPr sz="1650" b="0">
                          <a:solidFill>
                            <a:srgbClr val="173A49"/>
                          </a:solidFill>
                          <a:latin typeface="맑은 고딕"/>
                          <a:ea typeface="맑은 고딕"/>
                          <a:cs typeface="맑은 고딕"/>
                        </a:rPr>
                        <a:t>ResNet 계열 축소</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실행 완료 · contrast</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r>
              <a:tr h="552450">
                <a:tc>
                  <a:txBody>
                    <a:bodyPr/>
                    <a:lstStyle/>
                    <a:p>
                      <a:pPr algn="l"/>
                      <a:r>
                        <a:rPr sz="1650" b="0">
                          <a:solidFill>
                            <a:srgbClr val="173A49"/>
                          </a:solidFill>
                          <a:latin typeface="맑은 고딕"/>
                          <a:ea typeface="맑은 고딕"/>
                          <a:cs typeface="맑은 고딕"/>
                        </a:rPr>
                        <a:t>VGGNet 계열 축소</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실행 완료 · contrast</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0.0%</a:t>
                      </a:r>
                    </a:p>
                  </a:txBody>
                  <a:tcPr marL="95250" marR="76200" marT="57150" marB="57150" anchor="ctr">
                    <a:lnR w="6668">
                      <a:solidFill>
                        <a:srgbClr val="BCD2D7"/>
                      </a:solidFill>
                      <a:prstDash val="solid"/>
                    </a:lnR>
                    <a:lnB w="6668">
                      <a:solidFill>
                        <a:srgbClr val="BCD2D7"/>
                      </a:solidFill>
                      <a:prstDash val="solid"/>
                    </a:lnB>
                    <a:solidFill>
                      <a:srgbClr val="FFFFFF"/>
                    </a:solidFill>
                  </a:tcPr>
                </a:tc>
              </a:tr>
              <a:tr h="552450">
                <a:tc>
                  <a:txBody>
                    <a:bodyPr/>
                    <a:lstStyle/>
                    <a:p>
                      <a:pPr algn="l"/>
                      <a:r>
                        <a:rPr sz="1650" b="0">
                          <a:solidFill>
                            <a:srgbClr val="173A49"/>
                          </a:solidFill>
                          <a:latin typeface="맑은 고딕"/>
                          <a:ea typeface="맑은 고딕"/>
                          <a:cs typeface="맑은 고딕"/>
                        </a:rPr>
                        <a:t>Autoencoder</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실행 완료 · contrast</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1.000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c>
                  <a:txBody>
                    <a:bodyPr/>
                    <a:lstStyle/>
                    <a:p>
                      <a:pPr algn="l"/>
                      <a:r>
                        <a:rPr sz="1650" b="0">
                          <a:solidFill>
                            <a:srgbClr val="173A49"/>
                          </a:solidFill>
                          <a:latin typeface="맑은 고딕"/>
                          <a:ea typeface="맑은 고딕"/>
                          <a:cs typeface="맑은 고딕"/>
                        </a:rPr>
                        <a:t>0.0%</a:t>
                      </a:r>
                    </a:p>
                  </a:txBody>
                  <a:tcPr marL="95250" marR="76200" marT="57150" marB="57150" anchor="ctr">
                    <a:lnR w="6668">
                      <a:solidFill>
                        <a:srgbClr val="BCD2D7"/>
                      </a:solidFill>
                      <a:prstDash val="solid"/>
                    </a:lnR>
                    <a:lnB w="6668">
                      <a:solidFill>
                        <a:srgbClr val="BCD2D7"/>
                      </a:solidFill>
                      <a:prstDash val="solid"/>
                    </a:lnB>
                    <a:solidFill>
                      <a:srgbClr val="F2F7F8"/>
                    </a:solidFill>
                  </a:tcPr>
                </a:tc>
              </a:tr>
              <a:tr h="552450">
                <a:tc>
                  <a:txBody>
                    <a:bodyPr/>
                    <a:lstStyle/>
                    <a:p>
                      <a:pPr algn="l"/>
                      <a:r>
                        <a:rPr sz="1650" b="0">
                          <a:solidFill>
                            <a:srgbClr val="173A49"/>
                          </a:solidFill>
                          <a:latin typeface="맑은 고딕"/>
                          <a:ea typeface="맑은 고딕"/>
                          <a:cs typeface="맑은 고딕"/>
                        </a:rPr>
                        <a:t>EfficientNet</a:t>
                      </a:r>
                    </a:p>
                  </a:txBody>
                  <a:tcPr marL="95250" marR="76200" marT="57150" marB="57150" anchor="ctr">
                    <a:lnL w="6668">
                      <a:solidFill>
                        <a:srgbClr val="BCD2D7"/>
                      </a:solidFill>
                      <a:prstDash val="solid"/>
                    </a:lnL>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추가 후보 · 미구현</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미실행</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미실행</a:t>
                      </a:r>
                    </a:p>
                  </a:txBody>
                  <a:tcPr marL="95250" marR="76200" marT="57150" marB="57150" anchor="ctr">
                    <a:lnR w="6668">
                      <a:solidFill>
                        <a:srgbClr val="BCD2D7"/>
                      </a:solidFill>
                      <a:prstDash val="solid"/>
                    </a:lnR>
                    <a:lnB w="6668">
                      <a:solidFill>
                        <a:srgbClr val="BCD2D7"/>
                      </a:solidFill>
                      <a:prstDash val="solid"/>
                    </a:lnB>
                    <a:solidFill>
                      <a:srgbClr val="FFFFFF"/>
                    </a:solidFill>
                  </a:tcPr>
                </a:tc>
                <a:tc>
                  <a:txBody>
                    <a:bodyPr/>
                    <a:lstStyle/>
                    <a:p>
                      <a:pPr algn="l"/>
                      <a:r>
                        <a:rPr sz="1650" b="0">
                          <a:solidFill>
                            <a:srgbClr val="173A49"/>
                          </a:solidFill>
                          <a:latin typeface="맑은 고딕"/>
                          <a:ea typeface="맑은 고딕"/>
                          <a:cs typeface="맑은 고딕"/>
                        </a:rPr>
                        <a:t>미실행</a:t>
                      </a:r>
                    </a:p>
                  </a:txBody>
                  <a:tcPr marL="95250" marR="76200" marT="57150" marB="57150" anchor="ctr">
                    <a:lnR w="6668">
                      <a:solidFill>
                        <a:srgbClr val="BCD2D7"/>
                      </a:solidFill>
                      <a:prstDash val="solid"/>
                    </a:lnR>
                    <a:lnB w="6668">
                      <a:solidFill>
                        <a:srgbClr val="BCD2D7"/>
                      </a:solidFill>
                      <a:prstDash val="solid"/>
                    </a:lnB>
                    <a:solidFill>
                      <a:srgbClr val="FFFFFF"/>
                    </a:solidFill>
                  </a:tcPr>
                </a:tc>
              </a:tr>
            </a:tbl>
          </a:graphicData>
        </a:graphic>
      </p:graphicFrame>
    </p:spTree>
    <p:extLst>
      <p:ext uri="{BB962C8B-B14F-4D97-AF65-F5344CB8AC3E}">
        <p14:creationId xmlns:p14="http://schemas.microsoft.com/office/powerpoint/2010/main" val="1612687798"/>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3383110-19E2-428E-B746-8D9A4D1E67B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758B0CD-2366-49D5-A52D-ED99C1536E08}"/>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13 · RAG | 저장된 실제 검색 기록의 UI 재현</a:t>
            </a:r>
          </a:p>
        </p:txBody>
      </p:sp>
      <p:sp>
        <p:nvSpPr>
          <p:cNvPr id="4" name="TextBox 3">
            <a:extLst xmlns:a="http://schemas.openxmlformats.org/drawingml/2006/main">
              <a:ext uri="{FF2B5EF4-FFF2-40B4-BE49-F238E27FC236}">
                <a16:creationId xmlns:a16="http://schemas.microsoft.com/office/drawing/2014/main" id="{ED5145F0-EE31-446C-8C47-9C06568D8A58}"/>
              </a:ext>
            </a:extLst>
          </p:cNvPr>
          <p:cNvSpPr>
            <a:spLocks xmlns:a="http://schemas.openxmlformats.org/drawingml/2006/main" noGrp="1"/>
          </p:cNvSpPr>
          <p:nvPr/>
        </p:nvSpPr>
        <p:spPr>
          <a:xfrm xmlns:a="http://schemas.openxmlformats.org/drawingml/2006/main">
            <a:off x="594360" y="832104"/>
            <a:ext cx="10972800" cy="100584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공식 문서에서 비교 후보를 추가할 수 있습니다</a:t>
            </a:r>
          </a:p>
        </p:txBody>
      </p:sp>
      <p:sp>
        <p:nvSpPr>
          <p:cNvPr id="5" name="Rectangle 4">
            <a:extLst xmlns:a="http://schemas.openxmlformats.org/drawingml/2006/main">
              <a:ext uri="{FF2B5EF4-FFF2-40B4-BE49-F238E27FC236}">
                <a16:creationId xmlns:a16="http://schemas.microsoft.com/office/drawing/2014/main" id="{48B8BF16-E378-4B3F-86AA-6A8A5461ABCE}"/>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962C1C1-45D9-47D9-BD89-E8CC3CFBBD94}"/>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D0B34036-653D-4AF8-BE6B-2254954236C9}"/>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13 / 17</a:t>
            </a:r>
          </a:p>
        </p:txBody>
      </p:sp>
      <p:sp>
        <p:nvSpPr>
          <p:cNvPr id="8" name="TextBox 7">
            <a:extLst xmlns:a="http://schemas.openxmlformats.org/drawingml/2006/main">
              <a:ext uri="{FF2B5EF4-FFF2-40B4-BE49-F238E27FC236}">
                <a16:creationId xmlns:a16="http://schemas.microsoft.com/office/drawing/2014/main" id="{D2295E22-3023-46C1-BE1B-9E6AC3931498}"/>
              </a:ext>
            </a:extLst>
          </p:cNvPr>
          <p:cNvSpPr>
            <a:spLocks xmlns:a="http://schemas.openxmlformats.org/drawingml/2006/main" noGrp="1"/>
          </p:cNvSpPr>
          <p:nvPr/>
        </p:nvSpPr>
        <p:spPr>
          <a:xfrm xmlns:a="http://schemas.openxmlformats.org/drawingml/2006/main">
            <a:off x="658368" y="2057400"/>
            <a:ext cx="4526280" cy="80467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200" b="1">
                <a:solidFill>
                  <a:srgbClr val="173A49"/>
                </a:solidFill>
                <a:latin typeface="맑은 고딕"/>
                <a:ea typeface="맑은 고딕"/>
                <a:cs typeface="맑은 고딕"/>
              </a:defRPr>
            </a:pPr>
            <a:r>
              <a:t>공식 문서 검색 → 근거를 Qwen에 전달</a:t>
            </a:r>
          </a:p>
        </p:txBody>
      </p:sp>
      <p:sp>
        <p:nvSpPr>
          <p:cNvPr id="9" name="TextBox 8">
            <a:extLst xmlns:a="http://schemas.openxmlformats.org/drawingml/2006/main">
              <a:ext uri="{FF2B5EF4-FFF2-40B4-BE49-F238E27FC236}">
                <a16:creationId xmlns:a16="http://schemas.microsoft.com/office/drawing/2014/main" id="{48630EC7-6C06-416B-893C-E16D00073AEE}"/>
              </a:ext>
            </a:extLst>
          </p:cNvPr>
          <p:cNvSpPr>
            <a:spLocks xmlns:a="http://schemas.openxmlformats.org/drawingml/2006/main" noGrp="1"/>
          </p:cNvSpPr>
          <p:nvPr/>
        </p:nvSpPr>
        <p:spPr>
          <a:xfrm xmlns:a="http://schemas.openxmlformats.org/drawingml/2006/main">
            <a:off x="658368" y="2935224"/>
            <a:ext cx="4526280" cy="80467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0">
                <a:solidFill>
                  <a:srgbClr val="617681"/>
                </a:solidFill>
                <a:latin typeface="맑은 고딕"/>
                <a:ea typeface="맑은 고딕"/>
                <a:cs typeface="맑은 고딕"/>
              </a:defRPr>
            </a:pPr>
            <a:r>
              <a:t>BGE-M3 임베딩 + FAISS 벡터 저장·검색</a:t>
            </a:r>
          </a:p>
        </p:txBody>
      </p:sp>
      <p:sp>
        <p:nvSpPr>
          <p:cNvPr id="10" name="TextBox 9">
            <a:extLst xmlns:a="http://schemas.openxmlformats.org/drawingml/2006/main">
              <a:ext uri="{FF2B5EF4-FFF2-40B4-BE49-F238E27FC236}">
                <a16:creationId xmlns:a16="http://schemas.microsoft.com/office/drawing/2014/main" id="{C88CBAE4-31F1-4EEC-B1BE-A8BA659342AA}"/>
              </a:ext>
            </a:extLst>
          </p:cNvPr>
          <p:cNvSpPr>
            <a:spLocks xmlns:a="http://schemas.openxmlformats.org/drawingml/2006/main" noGrp="1"/>
          </p:cNvSpPr>
          <p:nvPr/>
        </p:nvSpPr>
        <p:spPr>
          <a:xfrm xmlns:a="http://schemas.openxmlformats.org/drawingml/2006/main">
            <a:off x="658368" y="3813048"/>
            <a:ext cx="4526280" cy="80467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0">
                <a:solidFill>
                  <a:srgbClr val="617681"/>
                </a:solidFill>
                <a:latin typeface="맑은 고딕"/>
                <a:ea typeface="맑은 고딕"/>
                <a:cs typeface="맑은 고딕"/>
              </a:defRPr>
            </a:pPr>
            <a:r>
              <a:t>실제 학습 연결: ExtraTrees·GaussianNB 두 후보 · 계획 승인 후 비교</a:t>
            </a:r>
          </a:p>
        </p:txBody>
      </p:sp>
      <p:sp>
        <p:nvSpPr>
          <p:cNvPr id="11" name="Rounded Rectangle 10">
            <a:extLst xmlns:a="http://schemas.openxmlformats.org/drawingml/2006/main">
              <a:ext uri="{FF2B5EF4-FFF2-40B4-BE49-F238E27FC236}">
                <a16:creationId xmlns:a16="http://schemas.microsoft.com/office/drawing/2014/main" id="{2D900824-8476-4E55-A2F2-23121560CA5A}"/>
              </a:ext>
            </a:extLst>
          </p:cNvPr>
          <p:cNvSpPr>
            <a:spLocks xmlns:a="http://schemas.openxmlformats.org/drawingml/2006/main" noGrp="1"/>
          </p:cNvSpPr>
          <p:nvPr/>
        </p:nvSpPr>
        <p:spPr>
          <a:xfrm xmlns:a="http://schemas.openxmlformats.org/drawingml/2006/main">
            <a:off x="5413248" y="1801367"/>
            <a:ext cx="5998464" cy="4306824"/>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2" name="Picture 11">
            <a:extLst xmlns:a="http://schemas.openxmlformats.org/drawingml/2006/main">
              <a:ext uri="{FF2B5EF4-FFF2-40B4-BE49-F238E27FC236}">
                <a16:creationId xmlns:a16="http://schemas.microsoft.com/office/drawing/2014/main" id="{1BD85AB8-66AA-45B7-9F77-A8CCC6D414D2}"/>
              </a:ext>
            </a:extLst>
          </p:cNvPr>
          <p:cNvPicPr>
            <a:picLocks xmlns:a="http://schemas.openxmlformats.org/drawingml/2006/main" noChangeAspect="1"/>
          </p:cNvPicPr>
          <p:nvPr/>
        </p:nvPicPr>
        <p:blipFill>
          <a:blip xmlns:r="http://schemas.openxmlformats.org/officeDocument/2006/relationships" xmlns:a="http://schemas.openxmlformats.org/drawingml/2006/main" r:embed="Rc0835237d4264c99"/>
          <a:stretch xmlns:a="http://schemas.openxmlformats.org/drawingml/2006/main">
            <a:fillRect l="0" t="0" r="0" b="0"/>
          </a:stretch>
        </p:blipFill>
        <p:spPr>
          <a:xfrm xmlns:a="http://schemas.openxmlformats.org/drawingml/2006/main">
            <a:off x="6231627" y="1874519"/>
            <a:ext cx="4361705" cy="4160520"/>
          </a:xfrm>
          <a:prstGeom xmlns:a="http://schemas.openxmlformats.org/drawingml/2006/main" prst="rect">
            <a:avLst/>
          </a:prstGeom>
        </p:spPr>
      </p:pic>
    </p:spTree>
    <p:extLst>
      <p:ext uri="{BB962C8B-B14F-4D97-AF65-F5344CB8AC3E}">
        <p14:creationId xmlns:p14="http://schemas.microsoft.com/office/powerpoint/2010/main" val="1404280902"/>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AFB03A3-E885-47EE-8B54-9968235F1D12}"/>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50E709F-ED35-406E-827E-BC7851B5706B}"/>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14 · 구현 구조와 검증</a:t>
            </a:r>
          </a:p>
        </p:txBody>
      </p:sp>
      <p:sp>
        <p:nvSpPr>
          <p:cNvPr id="4" name="TextBox 3">
            <a:extLst xmlns:a="http://schemas.openxmlformats.org/drawingml/2006/main">
              <a:ext uri="{FF2B5EF4-FFF2-40B4-BE49-F238E27FC236}">
                <a16:creationId xmlns:a16="http://schemas.microsoft.com/office/drawing/2014/main" id="{D88E7816-BADA-4D97-A921-D708CC133D53}"/>
              </a:ext>
            </a:extLst>
          </p:cNvPr>
          <p:cNvSpPr>
            <a:spLocks xmlns:a="http://schemas.openxmlformats.org/drawingml/2006/main" noGrp="1"/>
          </p:cNvSpPr>
          <p:nvPr/>
        </p:nvSpPr>
        <p:spPr>
          <a:xfrm xmlns:a="http://schemas.openxmlformats.org/drawingml/2006/main">
            <a:off x="594360" y="832104"/>
            <a:ext cx="10972800" cy="100584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역할을 나누고, 실행과 답변을 검증했습니다</a:t>
            </a:r>
          </a:p>
        </p:txBody>
      </p:sp>
      <p:sp>
        <p:nvSpPr>
          <p:cNvPr id="5" name="Rectangle 4">
            <a:extLst xmlns:a="http://schemas.openxmlformats.org/drawingml/2006/main">
              <a:ext uri="{FF2B5EF4-FFF2-40B4-BE49-F238E27FC236}">
                <a16:creationId xmlns:a16="http://schemas.microsoft.com/office/drawing/2014/main" id="{81E45781-1448-4E21-BD6A-C3C54EE200BA}"/>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E6652FF-5A71-40A9-A2FE-87B9E2406F52}"/>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66F78188-0669-4D72-B5F9-58285EA26CBA}"/>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14 / 17</a:t>
            </a:r>
          </a:p>
        </p:txBody>
      </p:sp>
      <p:sp>
        <p:nvSpPr>
          <p:cNvPr id="8" name="TextBox 7">
            <a:extLst xmlns:a="http://schemas.openxmlformats.org/drawingml/2006/main">
              <a:ext uri="{FF2B5EF4-FFF2-40B4-BE49-F238E27FC236}">
                <a16:creationId xmlns:a16="http://schemas.microsoft.com/office/drawing/2014/main" id="{BBE5EBC7-FBB5-4E1F-B90E-80F6AB56CB1E}"/>
              </a:ext>
            </a:extLst>
          </p:cNvPr>
          <p:cNvSpPr>
            <a:spLocks xmlns:a="http://schemas.openxmlformats.org/drawingml/2006/main" noGrp="1"/>
          </p:cNvSpPr>
          <p:nvPr/>
        </p:nvSpPr>
        <p:spPr>
          <a:xfrm xmlns:a="http://schemas.openxmlformats.org/drawingml/2006/main">
            <a:off x="621792" y="1920240"/>
            <a:ext cx="10972800" cy="4114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0">
                <a:solidFill>
                  <a:srgbClr val="617681"/>
                </a:solidFill>
                <a:latin typeface="맑은 고딕"/>
                <a:ea typeface="맑은 고딕"/>
                <a:cs typeface="맑은 고딕"/>
              </a:defRPr>
            </a:pPr>
            <a:r>
              <a:t>LangGraph 역할 연결 · 로컬 Qwen 설명 · MCP 조회·계획 도구</a:t>
            </a:r>
          </a:p>
        </p:txBody>
      </p:sp>
      <p:sp>
        <p:nvSpPr>
          <p:cNvPr id="9" name="TextBox 8">
            <a:extLst xmlns:a="http://schemas.openxmlformats.org/drawingml/2006/main">
              <a:ext uri="{FF2B5EF4-FFF2-40B4-BE49-F238E27FC236}">
                <a16:creationId xmlns:a16="http://schemas.microsoft.com/office/drawing/2014/main" id="{BB365BC9-B8EE-4794-A1DB-87BEE313765B}"/>
              </a:ext>
            </a:extLst>
          </p:cNvPr>
          <p:cNvSpPr>
            <a:spLocks xmlns:a="http://schemas.openxmlformats.org/drawingml/2006/main" noGrp="1"/>
          </p:cNvSpPr>
          <p:nvPr/>
        </p:nvSpPr>
        <p:spPr>
          <a:xfrm xmlns:a="http://schemas.openxmlformats.org/drawingml/2006/main">
            <a:off x="658368" y="2359152"/>
            <a:ext cx="1088136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300" b="0">
                <a:solidFill>
                  <a:srgbClr val="147D82"/>
                </a:solidFill>
                <a:latin typeface="맑은 고딕"/>
                <a:ea typeface="맑은 고딕"/>
                <a:cs typeface="맑은 고딕"/>
              </a:defRPr>
            </a:pPr>
            <a:r>
              <a:t>RAG: 내부 근거·공식 문서 → BGE-M3 임베딩 → FAISS 검색 → Qwen에 근거 전달</a:t>
            </a:r>
          </a:p>
        </p:txBody>
      </p:sp>
      <p:sp>
        <p:nvSpPr>
          <p:cNvPr id="10" name="Rounded Rectangle 9">
            <a:extLst xmlns:a="http://schemas.openxmlformats.org/drawingml/2006/main">
              <a:ext uri="{FF2B5EF4-FFF2-40B4-BE49-F238E27FC236}">
                <a16:creationId xmlns:a16="http://schemas.microsoft.com/office/drawing/2014/main" id="{2990982D-9191-43ED-8D60-9F71A93D134C}"/>
              </a:ext>
            </a:extLst>
          </p:cNvPr>
          <p:cNvSpPr>
            <a:spLocks xmlns:a="http://schemas.openxmlformats.org/drawingml/2006/main" noGrp="1"/>
          </p:cNvSpPr>
          <p:nvPr/>
        </p:nvSpPr>
        <p:spPr>
          <a:xfrm xmlns:a="http://schemas.openxmlformats.org/drawingml/2006/main">
            <a:off x="640080" y="2670048"/>
            <a:ext cx="2532888" cy="1024128"/>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F24024C-18AA-4A2F-9533-60E48DE6E577}"/>
              </a:ext>
            </a:extLst>
          </p:cNvPr>
          <p:cNvSpPr>
            <a:spLocks xmlns:a="http://schemas.openxmlformats.org/drawingml/2006/main" noGrp="1"/>
          </p:cNvSpPr>
          <p:nvPr/>
        </p:nvSpPr>
        <p:spPr>
          <a:xfrm xmlns:a="http://schemas.openxmlformats.org/drawingml/2006/main">
            <a:off x="777240" y="2816352"/>
            <a:ext cx="226771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47D82"/>
                </a:solidFill>
                <a:latin typeface="맑은 고딕"/>
                <a:ea typeface="맑은 고딕"/>
                <a:cs typeface="맑은 고딕"/>
              </a:defRPr>
            </a:pPr>
            <a:r>
              <a:t>데이터 점검</a:t>
            </a:r>
          </a:p>
        </p:txBody>
      </p:sp>
      <p:sp>
        <p:nvSpPr>
          <p:cNvPr id="12" name="TextBox 11">
            <a:extLst xmlns:a="http://schemas.openxmlformats.org/drawingml/2006/main">
              <a:ext uri="{FF2B5EF4-FFF2-40B4-BE49-F238E27FC236}">
                <a16:creationId xmlns:a16="http://schemas.microsoft.com/office/drawing/2014/main" id="{AA197765-7238-4FA6-A13A-1210C66D2005}"/>
              </a:ext>
            </a:extLst>
          </p:cNvPr>
          <p:cNvSpPr>
            <a:spLocks xmlns:a="http://schemas.openxmlformats.org/drawingml/2006/main" noGrp="1"/>
          </p:cNvSpPr>
          <p:nvPr/>
        </p:nvSpPr>
        <p:spPr>
          <a:xfrm xmlns:a="http://schemas.openxmlformats.org/drawingml/2006/main">
            <a:off x="777240" y="3282696"/>
            <a:ext cx="22860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300" b="0">
                <a:solidFill>
                  <a:srgbClr val="617681"/>
                </a:solidFill>
                <a:latin typeface="맑은 고딕"/>
                <a:ea typeface="맑은 고딕"/>
                <a:cs typeface="맑은 고딕"/>
              </a:defRPr>
            </a:pPr>
            <a:r>
              <a:t>행·결측·라벨</a:t>
            </a:r>
          </a:p>
        </p:txBody>
      </p:sp>
      <p:sp>
        <p:nvSpPr>
          <p:cNvPr id="13" name="TextBox 12">
            <a:extLst xmlns:a="http://schemas.openxmlformats.org/drawingml/2006/main">
              <a:ext uri="{FF2B5EF4-FFF2-40B4-BE49-F238E27FC236}">
                <a16:creationId xmlns:a16="http://schemas.microsoft.com/office/drawing/2014/main" id="{B17A8A9B-F20F-40DF-8570-7E41E5660D75}"/>
              </a:ext>
            </a:extLst>
          </p:cNvPr>
          <p:cNvSpPr>
            <a:spLocks xmlns:a="http://schemas.openxmlformats.org/drawingml/2006/main" noGrp="1"/>
          </p:cNvSpPr>
          <p:nvPr/>
        </p:nvSpPr>
        <p:spPr>
          <a:xfrm xmlns:a="http://schemas.openxmlformats.org/drawingml/2006/main">
            <a:off x="3200400" y="2944368"/>
            <a:ext cx="25603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47D82"/>
                </a:solidFill>
                <a:latin typeface="맑은 고딕"/>
                <a:ea typeface="맑은 고딕"/>
                <a:cs typeface="맑은 고딕"/>
              </a:defRPr>
            </a:pPr>
            <a:r>
              <a:t>→</a:t>
            </a:r>
          </a:p>
        </p:txBody>
      </p:sp>
      <p:sp>
        <p:nvSpPr>
          <p:cNvPr id="14" name="Rounded Rectangle 13">
            <a:extLst xmlns:a="http://schemas.openxmlformats.org/drawingml/2006/main">
              <a:ext uri="{FF2B5EF4-FFF2-40B4-BE49-F238E27FC236}">
                <a16:creationId xmlns:a16="http://schemas.microsoft.com/office/drawing/2014/main" id="{CB52D390-A333-4036-A047-890604A322CF}"/>
              </a:ext>
            </a:extLst>
          </p:cNvPr>
          <p:cNvSpPr>
            <a:spLocks xmlns:a="http://schemas.openxmlformats.org/drawingml/2006/main" noGrp="1"/>
          </p:cNvSpPr>
          <p:nvPr/>
        </p:nvSpPr>
        <p:spPr>
          <a:xfrm xmlns:a="http://schemas.openxmlformats.org/drawingml/2006/main">
            <a:off x="3456432" y="2670048"/>
            <a:ext cx="2532888" cy="1024128"/>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E35B6B3-32DB-4989-9FE0-092322DA99CA}"/>
              </a:ext>
            </a:extLst>
          </p:cNvPr>
          <p:cNvSpPr>
            <a:spLocks xmlns:a="http://schemas.openxmlformats.org/drawingml/2006/main" noGrp="1"/>
          </p:cNvSpPr>
          <p:nvPr/>
        </p:nvSpPr>
        <p:spPr>
          <a:xfrm xmlns:a="http://schemas.openxmlformats.org/drawingml/2006/main">
            <a:off x="3593592" y="2816352"/>
            <a:ext cx="226771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47D82"/>
                </a:solidFill>
                <a:latin typeface="맑은 고딕"/>
                <a:ea typeface="맑은 고딕"/>
                <a:cs typeface="맑은 고딕"/>
              </a:defRPr>
            </a:pPr>
            <a:r>
              <a:t>근거 검색</a:t>
            </a:r>
          </a:p>
        </p:txBody>
      </p:sp>
      <p:sp>
        <p:nvSpPr>
          <p:cNvPr id="16" name="TextBox 15">
            <a:extLst xmlns:a="http://schemas.openxmlformats.org/drawingml/2006/main">
              <a:ext uri="{FF2B5EF4-FFF2-40B4-BE49-F238E27FC236}">
                <a16:creationId xmlns:a16="http://schemas.microsoft.com/office/drawing/2014/main" id="{32171B62-A986-455D-9628-7FA399E5DE59}"/>
              </a:ext>
            </a:extLst>
          </p:cNvPr>
          <p:cNvSpPr>
            <a:spLocks xmlns:a="http://schemas.openxmlformats.org/drawingml/2006/main" noGrp="1"/>
          </p:cNvSpPr>
          <p:nvPr/>
        </p:nvSpPr>
        <p:spPr>
          <a:xfrm xmlns:a="http://schemas.openxmlformats.org/drawingml/2006/main">
            <a:off x="3593592" y="3282696"/>
            <a:ext cx="22860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300" b="0">
                <a:solidFill>
                  <a:srgbClr val="617681"/>
                </a:solidFill>
                <a:latin typeface="맑은 고딕"/>
                <a:ea typeface="맑은 고딕"/>
                <a:cs typeface="맑은 고딕"/>
              </a:defRPr>
            </a:pPr>
            <a:r>
              <a:t>BGE-M3 · FAISS</a:t>
            </a:r>
          </a:p>
        </p:txBody>
      </p:sp>
      <p:sp>
        <p:nvSpPr>
          <p:cNvPr id="17" name="TextBox 16">
            <a:extLst xmlns:a="http://schemas.openxmlformats.org/drawingml/2006/main">
              <a:ext uri="{FF2B5EF4-FFF2-40B4-BE49-F238E27FC236}">
                <a16:creationId xmlns:a16="http://schemas.microsoft.com/office/drawing/2014/main" id="{AABCB691-97D2-41DF-8B7A-6ABE8432027D}"/>
              </a:ext>
            </a:extLst>
          </p:cNvPr>
          <p:cNvSpPr>
            <a:spLocks xmlns:a="http://schemas.openxmlformats.org/drawingml/2006/main" noGrp="1"/>
          </p:cNvSpPr>
          <p:nvPr/>
        </p:nvSpPr>
        <p:spPr>
          <a:xfrm xmlns:a="http://schemas.openxmlformats.org/drawingml/2006/main">
            <a:off x="6016752" y="2944368"/>
            <a:ext cx="25603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47D82"/>
                </a:solidFill>
                <a:latin typeface="맑은 고딕"/>
                <a:ea typeface="맑은 고딕"/>
                <a:cs typeface="맑은 고딕"/>
              </a:defRPr>
            </a:pPr>
            <a:r>
              <a:t>→</a:t>
            </a:r>
          </a:p>
        </p:txBody>
      </p:sp>
      <p:sp>
        <p:nvSpPr>
          <p:cNvPr id="18" name="Rounded Rectangle 17">
            <a:extLst xmlns:a="http://schemas.openxmlformats.org/drawingml/2006/main">
              <a:ext uri="{FF2B5EF4-FFF2-40B4-BE49-F238E27FC236}">
                <a16:creationId xmlns:a16="http://schemas.microsoft.com/office/drawing/2014/main" id="{36635B22-4CB0-46FD-BED0-EBDFCA0BE403}"/>
              </a:ext>
            </a:extLst>
          </p:cNvPr>
          <p:cNvSpPr>
            <a:spLocks xmlns:a="http://schemas.openxmlformats.org/drawingml/2006/main" noGrp="1"/>
          </p:cNvSpPr>
          <p:nvPr/>
        </p:nvSpPr>
        <p:spPr>
          <a:xfrm xmlns:a="http://schemas.openxmlformats.org/drawingml/2006/main">
            <a:off x="6272784" y="2670048"/>
            <a:ext cx="2532888" cy="1024128"/>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82809637-DDD6-4803-8541-88AEE69DFDC0}"/>
              </a:ext>
            </a:extLst>
          </p:cNvPr>
          <p:cNvSpPr>
            <a:spLocks xmlns:a="http://schemas.openxmlformats.org/drawingml/2006/main" noGrp="1"/>
          </p:cNvSpPr>
          <p:nvPr/>
        </p:nvSpPr>
        <p:spPr>
          <a:xfrm xmlns:a="http://schemas.openxmlformats.org/drawingml/2006/main">
            <a:off x="6409944" y="2816352"/>
            <a:ext cx="226771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47D82"/>
                </a:solidFill>
                <a:latin typeface="맑은 고딕"/>
                <a:ea typeface="맑은 고딕"/>
                <a:cs typeface="맑은 고딕"/>
              </a:defRPr>
            </a:pPr>
            <a:r>
              <a:t>실험 계획</a:t>
            </a:r>
          </a:p>
        </p:txBody>
      </p:sp>
      <p:sp>
        <p:nvSpPr>
          <p:cNvPr id="20" name="TextBox 19">
            <a:extLst xmlns:a="http://schemas.openxmlformats.org/drawingml/2006/main">
              <a:ext uri="{FF2B5EF4-FFF2-40B4-BE49-F238E27FC236}">
                <a16:creationId xmlns:a16="http://schemas.microsoft.com/office/drawing/2014/main" id="{E49C6FC8-40C6-44D8-9E4C-7412A48C19D1}"/>
              </a:ext>
            </a:extLst>
          </p:cNvPr>
          <p:cNvSpPr>
            <a:spLocks xmlns:a="http://schemas.openxmlformats.org/drawingml/2006/main" noGrp="1"/>
          </p:cNvSpPr>
          <p:nvPr/>
        </p:nvSpPr>
        <p:spPr>
          <a:xfrm xmlns:a="http://schemas.openxmlformats.org/drawingml/2006/main">
            <a:off x="6409944" y="3282696"/>
            <a:ext cx="22860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300" b="0">
                <a:solidFill>
                  <a:srgbClr val="617681"/>
                </a:solidFill>
                <a:latin typeface="맑은 고딕"/>
                <a:ea typeface="맑은 고딕"/>
                <a:cs typeface="맑은 고딕"/>
              </a:defRPr>
            </a:pPr>
            <a:r>
              <a:t>모델·전처리·비교 범위</a:t>
            </a:r>
          </a:p>
        </p:txBody>
      </p:sp>
      <p:sp>
        <p:nvSpPr>
          <p:cNvPr id="21" name="TextBox 20">
            <a:extLst xmlns:a="http://schemas.openxmlformats.org/drawingml/2006/main">
              <a:ext uri="{FF2B5EF4-FFF2-40B4-BE49-F238E27FC236}">
                <a16:creationId xmlns:a16="http://schemas.microsoft.com/office/drawing/2014/main" id="{10B019B8-1D31-4976-9BFE-AD2E91D85A20}"/>
              </a:ext>
            </a:extLst>
          </p:cNvPr>
          <p:cNvSpPr>
            <a:spLocks xmlns:a="http://schemas.openxmlformats.org/drawingml/2006/main" noGrp="1"/>
          </p:cNvSpPr>
          <p:nvPr/>
        </p:nvSpPr>
        <p:spPr>
          <a:xfrm xmlns:a="http://schemas.openxmlformats.org/drawingml/2006/main">
            <a:off x="8833104" y="2944368"/>
            <a:ext cx="25603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47D82"/>
                </a:solidFill>
                <a:latin typeface="맑은 고딕"/>
                <a:ea typeface="맑은 고딕"/>
                <a:cs typeface="맑은 고딕"/>
              </a:defRPr>
            </a:pPr>
            <a:r>
              <a:t>→</a:t>
            </a:r>
          </a:p>
        </p:txBody>
      </p:sp>
      <p:sp>
        <p:nvSpPr>
          <p:cNvPr id="22" name="Rounded Rectangle 21">
            <a:extLst xmlns:a="http://schemas.openxmlformats.org/drawingml/2006/main">
              <a:ext uri="{FF2B5EF4-FFF2-40B4-BE49-F238E27FC236}">
                <a16:creationId xmlns:a16="http://schemas.microsoft.com/office/drawing/2014/main" id="{07A430CD-ECCF-4A95-8572-11399F960695}"/>
              </a:ext>
            </a:extLst>
          </p:cNvPr>
          <p:cNvSpPr>
            <a:spLocks xmlns:a="http://schemas.openxmlformats.org/drawingml/2006/main" noGrp="1"/>
          </p:cNvSpPr>
          <p:nvPr/>
        </p:nvSpPr>
        <p:spPr>
          <a:xfrm xmlns:a="http://schemas.openxmlformats.org/drawingml/2006/main">
            <a:off x="9089136" y="2670048"/>
            <a:ext cx="2532888" cy="1024128"/>
          </a:xfrm>
          <a:prstGeom xmlns:a="http://schemas.openxmlformats.org/drawingml/2006/main" prst="roundRect">
            <a:avLst>
              <a:gd name="adj" fmla="val 8000"/>
            </a:avLst>
          </a:prstGeom>
          <a:solidFill xmlns:a="http://schemas.openxmlformats.org/drawingml/2006/main">
            <a:srgbClr val="E8F3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C657BD9C-DF1C-43F9-A916-0ACB5CDD8BDE}"/>
              </a:ext>
            </a:extLst>
          </p:cNvPr>
          <p:cNvSpPr>
            <a:spLocks xmlns:a="http://schemas.openxmlformats.org/drawingml/2006/main" noGrp="1"/>
          </p:cNvSpPr>
          <p:nvPr/>
        </p:nvSpPr>
        <p:spPr>
          <a:xfrm xmlns:a="http://schemas.openxmlformats.org/drawingml/2006/main">
            <a:off x="9226296" y="2816352"/>
            <a:ext cx="2267712"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100" b="1">
                <a:solidFill>
                  <a:srgbClr val="147D82"/>
                </a:solidFill>
                <a:latin typeface="맑은 고딕"/>
                <a:ea typeface="맑은 고딕"/>
                <a:cs typeface="맑은 고딕"/>
              </a:defRPr>
            </a:pPr>
            <a:r>
              <a:t>엔지니어 승인</a:t>
            </a:r>
          </a:p>
        </p:txBody>
      </p:sp>
      <p:sp>
        <p:nvSpPr>
          <p:cNvPr id="24" name="TextBox 23">
            <a:extLst xmlns:a="http://schemas.openxmlformats.org/drawingml/2006/main">
              <a:ext uri="{FF2B5EF4-FFF2-40B4-BE49-F238E27FC236}">
                <a16:creationId xmlns:a16="http://schemas.microsoft.com/office/drawing/2014/main" id="{F70CDB97-246A-4E91-9DDD-9F433BA792B1}"/>
              </a:ext>
            </a:extLst>
          </p:cNvPr>
          <p:cNvSpPr>
            <a:spLocks xmlns:a="http://schemas.openxmlformats.org/drawingml/2006/main" noGrp="1"/>
          </p:cNvSpPr>
          <p:nvPr/>
        </p:nvSpPr>
        <p:spPr>
          <a:xfrm xmlns:a="http://schemas.openxmlformats.org/drawingml/2006/main">
            <a:off x="9226296" y="3282696"/>
            <a:ext cx="228600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300" b="0">
                <a:solidFill>
                  <a:srgbClr val="617681"/>
                </a:solidFill>
                <a:latin typeface="맑은 고딕"/>
                <a:ea typeface="맑은 고딕"/>
                <a:cs typeface="맑은 고딕"/>
              </a:defRPr>
            </a:pPr>
            <a:r>
              <a:t>확인 후 실행 허용</a:t>
            </a:r>
          </a:p>
        </p:txBody>
      </p:sp>
      <p:sp>
        <p:nvSpPr>
          <p:cNvPr id="25" name="Rounded Rectangle 24">
            <a:extLst xmlns:a="http://schemas.openxmlformats.org/drawingml/2006/main">
              <a:ext uri="{FF2B5EF4-FFF2-40B4-BE49-F238E27FC236}">
                <a16:creationId xmlns:a16="http://schemas.microsoft.com/office/drawing/2014/main" id="{066CD0AD-AA06-415C-A3DF-844502773F73}"/>
              </a:ext>
            </a:extLst>
          </p:cNvPr>
          <p:cNvSpPr>
            <a:spLocks xmlns:a="http://schemas.openxmlformats.org/drawingml/2006/main" noGrp="1"/>
          </p:cNvSpPr>
          <p:nvPr/>
        </p:nvSpPr>
        <p:spPr>
          <a:xfrm xmlns:a="http://schemas.openxmlformats.org/drawingml/2006/main">
            <a:off x="640080" y="3986784"/>
            <a:ext cx="10927080" cy="77724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a:solidFill>
              <a:srgbClr val="D8E3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A6E0F58-F3D7-411E-A991-DEE49954A440}"/>
              </a:ext>
            </a:extLst>
          </p:cNvPr>
          <p:cNvSpPr>
            <a:spLocks xmlns:a="http://schemas.openxmlformats.org/drawingml/2006/main" noGrp="1"/>
          </p:cNvSpPr>
          <p:nvPr/>
        </p:nvSpPr>
        <p:spPr>
          <a:xfrm xmlns:a="http://schemas.openxmlformats.org/drawingml/2006/main">
            <a:off x="841248" y="4169663"/>
            <a:ext cx="10515600" cy="418795"/>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2200" b="1">
                <a:solidFill>
                  <a:srgbClr val="173A49"/>
                </a:solidFill>
                <a:latin typeface="맑은 고딕"/>
                <a:ea typeface="맑은 고딕"/>
                <a:cs typeface="맑은 고딕"/>
              </a:defRPr>
            </a:pPr>
            <a:r>
              <a:t>실험·재학습 엔진 학습·지표·후보 버전 기록</a:t>
            </a:r>
            <a:r>
              <a:t> → 결과 검토 역할이 근거 정리</a:t>
            </a:r>
          </a:p>
        </p:txBody>
      </p:sp>
      <p:sp>
        <p:nvSpPr>
          <p:cNvPr id="27" name="TextBox 26">
            <a:extLst xmlns:a="http://schemas.openxmlformats.org/drawingml/2006/main">
              <a:ext uri="{FF2B5EF4-FFF2-40B4-BE49-F238E27FC236}">
                <a16:creationId xmlns:a16="http://schemas.microsoft.com/office/drawing/2014/main" id="{70B64ED7-D6EB-464A-A56A-30D5794773FF}"/>
              </a:ext>
            </a:extLst>
          </p:cNvPr>
          <p:cNvSpPr>
            <a:spLocks xmlns:a="http://schemas.openxmlformats.org/drawingml/2006/main" noGrp="1"/>
          </p:cNvSpPr>
          <p:nvPr/>
        </p:nvSpPr>
        <p:spPr>
          <a:xfrm xmlns:a="http://schemas.openxmlformats.org/drawingml/2006/main">
            <a:off x="731520" y="5084064"/>
            <a:ext cx="1069848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900" b="1">
                <a:solidFill>
                  <a:srgbClr val="147D82"/>
                </a:solidFill>
                <a:latin typeface="맑은 고딕"/>
                <a:ea typeface="맑은 고딕"/>
                <a:cs typeface="맑은 고딕"/>
              </a:defRPr>
            </a:pPr>
            <a:r>
              <a:t>LangSmith: 실제 실행 추적 · API 재조회 확인</a:t>
            </a:r>
          </a:p>
        </p:txBody>
      </p:sp>
      <p:sp>
        <p:nvSpPr>
          <p:cNvPr id="28" name="TextBox 27">
            <a:extLst xmlns:a="http://schemas.openxmlformats.org/drawingml/2006/main">
              <a:ext uri="{FF2B5EF4-FFF2-40B4-BE49-F238E27FC236}">
                <a16:creationId xmlns:a16="http://schemas.microsoft.com/office/drawing/2014/main" id="{7070177E-1789-4AD8-A789-33CF1D14832F}"/>
              </a:ext>
            </a:extLst>
          </p:cNvPr>
          <p:cNvSpPr>
            <a:spLocks xmlns:a="http://schemas.openxmlformats.org/drawingml/2006/main" noGrp="1"/>
          </p:cNvSpPr>
          <p:nvPr/>
        </p:nvSpPr>
        <p:spPr>
          <a:xfrm xmlns:a="http://schemas.openxmlformats.org/drawingml/2006/main">
            <a:off x="731520" y="5632704"/>
            <a:ext cx="10698480" cy="34930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800" b="0">
                <a:solidFill>
                  <a:srgbClr val="617681"/>
                </a:solidFill>
                <a:latin typeface="맑은 고딕"/>
                <a:ea typeface="맑은 고딕"/>
                <a:cs typeface="맑은 고딕"/>
              </a:defRPr>
            </a:pPr>
            <a:r>
              <a:t>설명 검사(LLM-as-a-Judge): 6/8개 올바른 판단 · </a:t>
            </a:r>
            <a:r>
              <a:t>코드 테스트 52개</a:t>
            </a:r>
            <a:r>
              <a:t> 통과</a:t>
            </a:r>
          </a:p>
        </p:txBody>
      </p:sp>
    </p:spTree>
    <p:extLst>
      <p:ext uri="{BB962C8B-B14F-4D97-AF65-F5344CB8AC3E}">
        <p14:creationId xmlns:p14="http://schemas.microsoft.com/office/powerpoint/2010/main" val="438004987"/>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D7A3B75-9F59-4B82-BE30-92675959AEED}"/>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74DB6B3-69E9-4D66-A24D-CDDF5D1FCC57}"/>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15 · LLM-as-a-Judge | 설명을 검사한 실제 예시</a:t>
            </a:r>
          </a:p>
        </p:txBody>
      </p:sp>
      <p:sp>
        <p:nvSpPr>
          <p:cNvPr id="4" name="TextBox 3">
            <a:extLst xmlns:a="http://schemas.openxmlformats.org/drawingml/2006/main">
              <a:ext uri="{FF2B5EF4-FFF2-40B4-BE49-F238E27FC236}">
                <a16:creationId xmlns:a16="http://schemas.microsoft.com/office/drawing/2014/main" id="{6BD52DAE-EEA3-4BE7-B2CF-D217D036C192}"/>
              </a:ext>
            </a:extLst>
          </p:cNvPr>
          <p:cNvSpPr>
            <a:spLocks xmlns:a="http://schemas.openxmlformats.org/drawingml/2006/main" noGrp="1"/>
          </p:cNvSpPr>
          <p:nvPr/>
        </p:nvSpPr>
        <p:spPr>
          <a:xfrm xmlns:a="http://schemas.openxmlformats.org/drawingml/2006/main">
            <a:off x="594360" y="832104"/>
            <a:ext cx="10972800" cy="100584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3200" b="1">
                <a:solidFill>
                  <a:srgbClr val="173A49"/>
                </a:solidFill>
                <a:latin typeface="맑은 고딕"/>
                <a:ea typeface="맑은 고딕"/>
                <a:cs typeface="맑은 고딕"/>
              </a:defRPr>
            </a:pPr>
            <a:r>
              <a:t>LLM-as-a-Judge: 설명이 맞는지 LLM이 검사합니다</a:t>
            </a:r>
          </a:p>
        </p:txBody>
      </p:sp>
      <p:sp>
        <p:nvSpPr>
          <p:cNvPr id="5" name="Rectangle 4">
            <a:extLst xmlns:a="http://schemas.openxmlformats.org/drawingml/2006/main">
              <a:ext uri="{FF2B5EF4-FFF2-40B4-BE49-F238E27FC236}">
                <a16:creationId xmlns:a16="http://schemas.microsoft.com/office/drawing/2014/main" id="{4B21C6AB-1ED3-4649-BD7A-E30DF550A949}"/>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CC4BC5A-1C36-485A-B9BB-B8293149471C}"/>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DF4259A3-B4A6-4CD4-B5EC-4EC95DDF6C2D}"/>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15 / 17</a:t>
            </a:r>
          </a:p>
        </p:txBody>
      </p:sp>
      <p:sp>
        <p:nvSpPr>
          <p:cNvPr id="8" name="TextBox 7">
            <a:extLst xmlns:a="http://schemas.openxmlformats.org/drawingml/2006/main">
              <a:ext uri="{FF2B5EF4-FFF2-40B4-BE49-F238E27FC236}">
                <a16:creationId xmlns:a16="http://schemas.microsoft.com/office/drawing/2014/main" id="{C3C3E9DF-4857-41F9-972B-C8DD5B3B41C9}"/>
              </a:ext>
            </a:extLst>
          </p:cNvPr>
          <p:cNvSpPr>
            <a:spLocks xmlns:a="http://schemas.openxmlformats.org/drawingml/2006/main" noGrp="1"/>
          </p:cNvSpPr>
          <p:nvPr/>
        </p:nvSpPr>
        <p:spPr>
          <a:xfrm xmlns:a="http://schemas.openxmlformats.org/drawingml/2006/main">
            <a:off x="640080" y="1847088"/>
            <a:ext cx="10972800" cy="40233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800" b="0">
                <a:solidFill>
                  <a:srgbClr val="617681"/>
                </a:solidFill>
                <a:latin typeface="맑은 고딕"/>
                <a:ea typeface="맑은 고딕"/>
                <a:cs typeface="맑은 고딕"/>
              </a:defRPr>
            </a:pPr>
            <a:r>
              <a:t>검사용 기준: 이전 실험에서 불량27/32개 발견 · 목표90%에는 미달</a:t>
            </a:r>
          </a:p>
        </p:txBody>
      </p:sp>
      <p:sp>
        <p:nvSpPr>
          <p:cNvPr id="9" name="TextBox 8">
            <a:extLst xmlns:a="http://schemas.openxmlformats.org/drawingml/2006/main">
              <a:ext uri="{FF2B5EF4-FFF2-40B4-BE49-F238E27FC236}">
                <a16:creationId xmlns:a16="http://schemas.microsoft.com/office/drawing/2014/main" id="{AFDA5592-F701-442D-A8F3-640DA5EBD872}"/>
              </a:ext>
            </a:extLst>
          </p:cNvPr>
          <p:cNvSpPr>
            <a:spLocks xmlns:a="http://schemas.openxmlformats.org/drawingml/2006/main" noGrp="1"/>
          </p:cNvSpPr>
          <p:nvPr/>
        </p:nvSpPr>
        <p:spPr>
          <a:xfrm xmlns:a="http://schemas.openxmlformats.org/drawingml/2006/main">
            <a:off x="640080" y="2267712"/>
            <a:ext cx="10972800" cy="40233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800" b="0">
                <a:solidFill>
                  <a:srgbClr val="617681"/>
                </a:solidFill>
                <a:latin typeface="맑은 고딕"/>
                <a:ea typeface="맑은 고딕"/>
                <a:cs typeface="맑은 고딕"/>
              </a:defRPr>
            </a:pPr>
            <a:r>
              <a:t>실제 결과와 설명 문장을 주고 “맞는 설명인가?”를 물었습니다.</a:t>
            </a:r>
          </a:p>
        </p:txBody>
      </p:sp>
      <p:sp>
        <p:nvSpPr>
          <p:cNvPr id="10" name="TextBox 9">
            <a:extLst xmlns:a="http://schemas.openxmlformats.org/drawingml/2006/main">
              <a:ext uri="{FF2B5EF4-FFF2-40B4-BE49-F238E27FC236}">
                <a16:creationId xmlns:a16="http://schemas.microsoft.com/office/drawing/2014/main" id="{A6524D8A-0521-46E8-8E21-505569599F6A}"/>
              </a:ext>
            </a:extLst>
          </p:cNvPr>
          <p:cNvSpPr>
            <a:spLocks xmlns:a="http://schemas.openxmlformats.org/drawingml/2006/main" noGrp="1"/>
          </p:cNvSpPr>
          <p:nvPr/>
        </p:nvSpPr>
        <p:spPr>
          <a:xfrm xmlns:a="http://schemas.openxmlformats.org/drawingml/2006/main">
            <a:off x="640080" y="2688336"/>
            <a:ext cx="10972800" cy="40233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800" b="0">
                <a:solidFill>
                  <a:srgbClr val="617681"/>
                </a:solidFill>
                <a:latin typeface="맑은 고딕"/>
                <a:ea typeface="맑은 고딕"/>
                <a:cs typeface="맑은 고딕"/>
              </a:defRPr>
            </a:pPr>
            <a:r>
              <a:t>직접 만든 예제 8개 중 6개는 맞게 검사했고, 2개는 틀렸습니다.</a:t>
            </a:r>
          </a:p>
        </p:txBody>
      </p:sp>
      <p:graphicFrame>
        <p:nvGraphicFramePr>
          <p:cNvPr id="11" name="Table 10">
            <a:extLst xmlns:a="http://schemas.openxmlformats.org/drawingml/2006/main">
              <a:ext uri="{FF2B5EF4-FFF2-40B4-BE49-F238E27FC236}">
                <a16:creationId xmlns:a16="http://schemas.microsoft.com/office/drawing/2014/main" id="{C6DE9DC6-A692-469C-B500-C9AE2316370C}"/>
              </a:ext>
            </a:extLst>
          </p:cNvPr>
          <p:cNvGraphicFramePr/>
          <p:nvPr/>
        </p:nvGraphicFramePr>
        <p:xfrm>
          <a:off xmlns:a="http://schemas.openxmlformats.org/drawingml/2006/main" x="594360" y="3346704"/>
          <a:ext xmlns:a="http://schemas.openxmlformats.org/drawingml/2006/main" cx="11000232" cy="2724911"/>
        </p:xfrm>
        <a:graphic xmlns:a="http://schemas.openxmlformats.org/drawingml/2006/main">
          <a:graphicData uri="http://schemas.openxmlformats.org/drawingml/2006/table">
            <a:tbl>
              <a:tblPr firstRow="1" bandRow="1">
                <a:tableStyleId>{5C22544A-7EE6-4342-B048-85BDC9FD1C3A}</a:tableStyleId>
              </a:tblPr>
              <a:tblGrid>
                <a:gridCol w="4846320"/>
                <a:gridCol w="3017520"/>
                <a:gridCol w="3136392"/>
              </a:tblGrid>
              <a:tr h="681227">
                <a:tc>
                  <a:txBody>
                    <a:bodyPr/>
                    <a:lstStyle/>
                    <a:p>
                      <a:pPr>
                        <a:buNone/>
                      </a:pPr>
                      <a:r>
                        <a:rPr sz="1500" b="1">
                          <a:solidFill>
                            <a:srgbClr val="FFFFFF"/>
                          </a:solidFill>
                          <a:latin typeface="맑은 고딕"/>
                          <a:ea typeface="맑은 고딕"/>
                          <a:cs typeface="맑은 고딕"/>
                        </a:rPr>
                        <a:t>검사할 설명</a:t>
                      </a:r>
                    </a:p>
                  </a:txBody>
                  <a:tcPr marL="118872" marR="91440" marT="64008" marB="54864" anchor="ctr">
                    <a:solidFill>
                      <a:srgbClr val="147D82"/>
                    </a:solidFill>
                  </a:tcPr>
                </a:tc>
                <a:tc>
                  <a:txBody>
                    <a:bodyPr/>
                    <a:lstStyle/>
                    <a:p>
                      <a:pPr>
                        <a:buNone/>
                      </a:pPr>
                      <a:r>
                        <a:rPr sz="1500" b="1">
                          <a:solidFill>
                            <a:srgbClr val="FFFFFF"/>
                          </a:solidFill>
                          <a:latin typeface="맑은 고딕"/>
                          <a:ea typeface="맑은 고딕"/>
                          <a:cs typeface="맑은 고딕"/>
                        </a:rPr>
                        <a:t>맞는 판단</a:t>
                      </a:r>
                    </a:p>
                  </a:txBody>
                  <a:tcPr marL="118872" marR="91440" marT="64008" marB="54864" anchor="ctr">
                    <a:solidFill>
                      <a:srgbClr val="147D82"/>
                    </a:solidFill>
                  </a:tcPr>
                </a:tc>
                <a:tc>
                  <a:txBody>
                    <a:bodyPr/>
                    <a:lstStyle/>
                    <a:p>
                      <a:pPr>
                        <a:buNone/>
                      </a:pPr>
                      <a:r>
                        <a:rPr sz="1500" b="1">
                          <a:solidFill>
                            <a:srgbClr val="FFFFFF"/>
                          </a:solidFill>
                          <a:latin typeface="맑은 고딕"/>
                          <a:ea typeface="맑은 고딕"/>
                          <a:cs typeface="맑은 고딕"/>
                        </a:rPr>
                        <a:t>LLM의 실제 답</a:t>
                      </a:r>
                    </a:p>
                  </a:txBody>
                  <a:tcPr marL="118872" marR="91440" marT="64008" marB="54864" anchor="ctr">
                    <a:solidFill>
                      <a:srgbClr val="147D82"/>
                    </a:solidFill>
                  </a:tcPr>
                </a:tc>
              </a:tr>
              <a:tr h="681227">
                <a:tc>
                  <a:txBody>
                    <a:bodyPr/>
                    <a:lstStyle/>
                    <a:p>
                      <a:pPr>
                        <a:buNone/>
                      </a:pPr>
                      <a:r>
                        <a:rPr sz="1500" b="0">
                          <a:solidFill>
                            <a:srgbClr val="173A49"/>
                          </a:solidFill>
                          <a:latin typeface="맑은 고딕"/>
                          <a:ea typeface="맑은 고딕"/>
                          <a:cs typeface="맑은 고딕"/>
                        </a:rPr>
                        <a:t>“불량27개를 찾았고 목표에는 미달했다”</a:t>
                      </a:r>
                    </a:p>
                  </a:txBody>
                  <a:tcPr marL="118872" marR="91440" marT="64008" marB="54864" anchor="ctr">
                    <a:solidFill>
                      <a:srgbClr val="FFFFFF"/>
                    </a:solidFill>
                  </a:tcPr>
                </a:tc>
                <a:tc>
                  <a:txBody>
                    <a:bodyPr/>
                    <a:lstStyle/>
                    <a:p>
                      <a:pPr>
                        <a:buNone/>
                      </a:pPr>
                      <a:r>
                        <a:rPr sz="1500" b="0">
                          <a:solidFill>
                            <a:srgbClr val="173A49"/>
                          </a:solidFill>
                          <a:latin typeface="맑은 고딕"/>
                          <a:ea typeface="맑은 고딕"/>
                          <a:cs typeface="맑은 고딕"/>
                        </a:rPr>
                        <a:t>맞는 설명</a:t>
                      </a:r>
                    </a:p>
                  </a:txBody>
                  <a:tcPr marL="118872" marR="91440" marT="64008" marB="54864" anchor="ctr">
                    <a:solidFill>
                      <a:srgbClr val="FFFFFF"/>
                    </a:solidFill>
                  </a:tcPr>
                </a:tc>
                <a:tc>
                  <a:txBody>
                    <a:bodyPr/>
                    <a:lstStyle/>
                    <a:p>
                      <a:pPr>
                        <a:buNone/>
                      </a:pPr>
                      <a:r>
                        <a:rPr sz="1500" b="0">
                          <a:solidFill>
                            <a:srgbClr val="173A49"/>
                          </a:solidFill>
                          <a:latin typeface="맑은 고딕"/>
                          <a:ea typeface="맑은 고딕"/>
                          <a:cs typeface="맑은 고딕"/>
                        </a:rPr>
                        <a:t>맞다 · 올바른 검사</a:t>
                      </a:r>
                    </a:p>
                  </a:txBody>
                  <a:tcPr marL="118872" marR="91440" marT="64008" marB="54864" anchor="ctr">
                    <a:solidFill>
                      <a:srgbClr val="FFFFFF"/>
                    </a:solidFill>
                  </a:tcPr>
                </a:tc>
              </a:tr>
              <a:tr h="681227">
                <a:tc>
                  <a:txBody>
                    <a:bodyPr/>
                    <a:lstStyle/>
                    <a:p>
                      <a:pPr>
                        <a:buNone/>
                      </a:pPr>
                      <a:r>
                        <a:rPr sz="1500" b="0">
                          <a:solidFill>
                            <a:srgbClr val="173A49"/>
                          </a:solidFill>
                          <a:latin typeface="맑은 고딕"/>
                          <a:ea typeface="맑은 고딕"/>
                          <a:cs typeface="맑은 고딕"/>
                        </a:rPr>
                        <a:t>“실제 공장 수율 증가가 입증됐다”</a:t>
                      </a:r>
                    </a:p>
                  </a:txBody>
                  <a:tcPr marL="118872" marR="91440" marT="64008" marB="54864" anchor="ctr">
                    <a:solidFill>
                      <a:srgbClr val="E8F3F3"/>
                    </a:solidFill>
                  </a:tcPr>
                </a:tc>
                <a:tc>
                  <a:txBody>
                    <a:bodyPr/>
                    <a:lstStyle/>
                    <a:p>
                      <a:pPr>
                        <a:buNone/>
                      </a:pPr>
                      <a:r>
                        <a:rPr sz="1500" b="0">
                          <a:solidFill>
                            <a:srgbClr val="173A49"/>
                          </a:solidFill>
                          <a:latin typeface="맑은 고딕"/>
                          <a:ea typeface="맑은 고딕"/>
                          <a:cs typeface="맑은 고딕"/>
                        </a:rPr>
                        <a:t>근거 없는 설명</a:t>
                      </a:r>
                    </a:p>
                  </a:txBody>
                  <a:tcPr marL="118872" marR="91440" marT="64008" marB="54864" anchor="ctr">
                    <a:solidFill>
                      <a:srgbClr val="E8F3F3"/>
                    </a:solidFill>
                  </a:tcPr>
                </a:tc>
                <a:tc>
                  <a:txBody>
                    <a:bodyPr/>
                    <a:lstStyle/>
                    <a:p>
                      <a:pPr>
                        <a:buNone/>
                      </a:pPr>
                      <a:r>
                        <a:rPr sz="1500" b="0">
                          <a:solidFill>
                            <a:srgbClr val="173A49"/>
                          </a:solidFill>
                          <a:latin typeface="맑은 고딕"/>
                          <a:ea typeface="맑은 고딕"/>
                          <a:cs typeface="맑은 고딕"/>
                        </a:rPr>
                        <a:t>틀리다 · 올바른 검사</a:t>
                      </a:r>
                    </a:p>
                  </a:txBody>
                  <a:tcPr marL="118872" marR="91440" marT="64008" marB="54864" anchor="ctr">
                    <a:solidFill>
                      <a:srgbClr val="E8F3F3"/>
                    </a:solidFill>
                  </a:tcPr>
                </a:tc>
              </a:tr>
              <a:tr h="681230">
                <a:tc>
                  <a:txBody>
                    <a:bodyPr/>
                    <a:lstStyle/>
                    <a:p>
                      <a:pPr>
                        <a:buNone/>
                      </a:pPr>
                      <a:r>
                        <a:rPr sz="1500" b="0">
                          <a:solidFill>
                            <a:srgbClr val="173A49"/>
                          </a:solidFill>
                          <a:latin typeface="맑은 고딕"/>
                          <a:ea typeface="맑은 고딕"/>
                          <a:cs typeface="맑은 고딕"/>
                        </a:rPr>
                        <a:t>“불량30개를 발견했다”</a:t>
                      </a:r>
                    </a:p>
                  </a:txBody>
                  <a:tcPr marL="118872" marR="91440" marT="64008" marB="54864" anchor="ctr">
                    <a:solidFill>
                      <a:srgbClr val="FFFFFF"/>
                    </a:solidFill>
                  </a:tcPr>
                </a:tc>
                <a:tc>
                  <a:txBody>
                    <a:bodyPr/>
                    <a:lstStyle/>
                    <a:p>
                      <a:pPr>
                        <a:buNone/>
                      </a:pPr>
                      <a:r>
                        <a:rPr sz="1500" b="0">
                          <a:solidFill>
                            <a:srgbClr val="173A49"/>
                          </a:solidFill>
                          <a:latin typeface="맑은 고딕"/>
                          <a:ea typeface="맑은 고딕"/>
                          <a:cs typeface="맑은 고딕"/>
                        </a:rPr>
                        <a:t>실제는27개 → 틀림</a:t>
                      </a:r>
                    </a:p>
                  </a:txBody>
                  <a:tcPr marL="118872" marR="91440" marT="64008" marB="54864" anchor="ctr">
                    <a:solidFill>
                      <a:srgbClr val="FFFFFF"/>
                    </a:solidFill>
                  </a:tcPr>
                </a:tc>
                <a:tc>
                  <a:txBody>
                    <a:bodyPr/>
                    <a:lstStyle/>
                    <a:p>
                      <a:pPr>
                        <a:buNone/>
                      </a:pPr>
                      <a:r>
                        <a:rPr sz="1500" b="0">
                          <a:solidFill>
                            <a:srgbClr val="173A49"/>
                          </a:solidFill>
                          <a:latin typeface="맑은 고딕"/>
                          <a:ea typeface="맑은 고딕"/>
                          <a:cs typeface="맑은 고딕"/>
                        </a:rPr>
                        <a:t>맞다 · 검사가 틀림</a:t>
                      </a:r>
                    </a:p>
                  </a:txBody>
                  <a:tcPr marL="118872" marR="91440" marT="64008" marB="54864" anchor="ctr">
                    <a:solidFill>
                      <a:srgbClr val="FFFFFF"/>
                    </a:solidFill>
                  </a:tcPr>
                </a:tc>
              </a:tr>
            </a:tbl>
          </a:graphicData>
        </a:graphic>
      </p:graphicFrame>
    </p:spTree>
    <p:extLst>
      <p:ext uri="{BB962C8B-B14F-4D97-AF65-F5344CB8AC3E}">
        <p14:creationId xmlns:p14="http://schemas.microsoft.com/office/powerpoint/2010/main" val="298067316"/>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8D5490F-7A4A-4DCD-805B-D755D024A2C7}"/>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0EB6151-2AC6-478A-AC16-B9870407255C}"/>
              </a:ext>
            </a:extLst>
          </p:cNvPr>
          <p:cNvSpPr>
            <a:spLocks xmlns:a="http://schemas.openxmlformats.org/drawingml/2006/main" noGrp="1"/>
          </p:cNvSpPr>
          <p:nvPr/>
        </p:nvSpPr>
        <p:spPr>
          <a:xfrm xmlns:a="http://schemas.openxmlformats.org/drawingml/2006/main">
            <a:off x="594360" y="292608"/>
            <a:ext cx="10972800" cy="2450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200" b="1">
                <a:solidFill>
                  <a:srgbClr val="147D82"/>
                </a:solidFill>
                <a:latin typeface="맑은 고딕"/>
                <a:ea typeface="맑은 고딕"/>
                <a:cs typeface="맑은 고딕"/>
              </a:defRPr>
            </a:defPPr>
            <a:lvl1pPr algn="l">
              <a:defRPr sz="1200" b="1">
                <a:solidFill>
                  <a:srgbClr val="147D82"/>
                </a:solidFill>
                <a:latin typeface="맑은 고딕"/>
                <a:ea typeface="맑은 고딕"/>
                <a:cs typeface="맑은 고딕"/>
              </a:defRPr>
            </a:lvl1pPr>
            <a:lvl2pPr algn="l">
              <a:defRPr sz="1200" b="1">
                <a:solidFill>
                  <a:srgbClr val="147D82"/>
                </a:solidFill>
                <a:latin typeface="맑은 고딕"/>
                <a:ea typeface="맑은 고딕"/>
                <a:cs typeface="맑은 고딕"/>
              </a:defRPr>
            </a:lvl2pPr>
            <a:lvl3pPr algn="l">
              <a:defRPr sz="1200" b="1">
                <a:solidFill>
                  <a:srgbClr val="147D82"/>
                </a:solidFill>
                <a:latin typeface="맑은 고딕"/>
                <a:ea typeface="맑은 고딕"/>
                <a:cs typeface="맑은 고딕"/>
              </a:defRPr>
            </a:lvl3pPr>
            <a:lvl4pPr algn="l">
              <a:defRPr sz="1200" b="1">
                <a:solidFill>
                  <a:srgbClr val="147D82"/>
                </a:solidFill>
                <a:latin typeface="맑은 고딕"/>
                <a:ea typeface="맑은 고딕"/>
                <a:cs typeface="맑은 고딕"/>
              </a:defRPr>
            </a:lvl4pPr>
            <a:lvl5pPr algn="l">
              <a:defRPr sz="1200" b="1">
                <a:solidFill>
                  <a:srgbClr val="147D82"/>
                </a:solidFill>
                <a:latin typeface="맑은 고딕"/>
                <a:ea typeface="맑은 고딕"/>
                <a:cs typeface="맑은 고딕"/>
              </a:defRPr>
            </a:lvl5pPr>
            <a:lvl6pPr algn="l">
              <a:defRPr sz="1200" b="1">
                <a:solidFill>
                  <a:srgbClr val="147D82"/>
                </a:solidFill>
                <a:latin typeface="맑은 고딕"/>
                <a:ea typeface="맑은 고딕"/>
                <a:cs typeface="맑은 고딕"/>
              </a:defRPr>
            </a:lvl6pPr>
            <a:lvl7pPr algn="l">
              <a:defRPr sz="1200" b="1">
                <a:solidFill>
                  <a:srgbClr val="147D82"/>
                </a:solidFill>
                <a:latin typeface="맑은 고딕"/>
                <a:ea typeface="맑은 고딕"/>
                <a:cs typeface="맑은 고딕"/>
              </a:defRPr>
            </a:lvl7pPr>
            <a:lvl8pPr algn="l">
              <a:defRPr sz="1200" b="1">
                <a:solidFill>
                  <a:srgbClr val="147D82"/>
                </a:solidFill>
                <a:latin typeface="맑은 고딕"/>
                <a:ea typeface="맑은 고딕"/>
                <a:cs typeface="맑은 고딕"/>
              </a:defRPr>
            </a:lvl8pPr>
            <a:lvl9pPr algn="l">
              <a:defRPr sz="1200" b="1">
                <a:solidFill>
                  <a:srgbClr val="147D82"/>
                </a:solidFill>
                <a:latin typeface="맑은 고딕"/>
                <a:ea typeface="맑은 고딕"/>
                <a:cs typeface="맑은 고딕"/>
              </a:defRPr>
            </a:lvl9pPr>
          </a:lstStyle>
          <a:p xmlns:a="http://schemas.openxmlformats.org/drawingml/2006/main">
            <a:pPr algn="l">
              <a:lnSpc>
                <a:spcPct val="114000"/>
              </a:lnSpc>
              <a:spcAft>
                <a:spcPts val="800"/>
              </a:spcAft>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16 · 실제 공개 자료 | UCI 반도체 제조 센서 데이터 SECOM 1,567건</a:t>
            </a:r>
          </a:p>
        </p:txBody>
      </p:sp>
      <p:sp>
        <p:nvSpPr>
          <p:cNvPr id="4" name="TextBox 3">
            <a:extLst xmlns:a="http://schemas.openxmlformats.org/drawingml/2006/main">
              <a:ext uri="{FF2B5EF4-FFF2-40B4-BE49-F238E27FC236}">
                <a16:creationId xmlns:a16="http://schemas.microsoft.com/office/drawing/2014/main" id="{D03010FF-9A75-4E0F-997D-04346836D3EA}"/>
              </a:ext>
            </a:extLst>
          </p:cNvPr>
          <p:cNvSpPr>
            <a:spLocks xmlns:a="http://schemas.openxmlformats.org/drawingml/2006/main" noGrp="1"/>
          </p:cNvSpPr>
          <p:nvPr/>
        </p:nvSpPr>
        <p:spPr>
          <a:xfrm xmlns:a="http://schemas.openxmlformats.org/drawingml/2006/main">
            <a:off x="594360" y="832104"/>
            <a:ext cx="10972800" cy="59253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3200" b="1">
                <a:solidFill>
                  <a:srgbClr val="173A49"/>
                </a:solidFill>
                <a:latin typeface="맑은 고딕"/>
                <a:ea typeface="맑은 고딕"/>
                <a:cs typeface="맑은 고딕"/>
              </a:defRPr>
            </a:defPPr>
            <a:lvl1pPr algn="l">
              <a:defRPr sz="3200" b="1">
                <a:solidFill>
                  <a:srgbClr val="173A49"/>
                </a:solidFill>
                <a:latin typeface="맑은 고딕"/>
                <a:ea typeface="맑은 고딕"/>
                <a:cs typeface="맑은 고딕"/>
              </a:defRPr>
            </a:lvl1pPr>
            <a:lvl2pPr algn="l">
              <a:defRPr sz="3200" b="1">
                <a:solidFill>
                  <a:srgbClr val="173A49"/>
                </a:solidFill>
                <a:latin typeface="맑은 고딕"/>
                <a:ea typeface="맑은 고딕"/>
                <a:cs typeface="맑은 고딕"/>
              </a:defRPr>
            </a:lvl2pPr>
            <a:lvl3pPr algn="l">
              <a:defRPr sz="3200" b="1">
                <a:solidFill>
                  <a:srgbClr val="173A49"/>
                </a:solidFill>
                <a:latin typeface="맑은 고딕"/>
                <a:ea typeface="맑은 고딕"/>
                <a:cs typeface="맑은 고딕"/>
              </a:defRPr>
            </a:lvl3pPr>
            <a:lvl4pPr algn="l">
              <a:defRPr sz="3200" b="1">
                <a:solidFill>
                  <a:srgbClr val="173A49"/>
                </a:solidFill>
                <a:latin typeface="맑은 고딕"/>
                <a:ea typeface="맑은 고딕"/>
                <a:cs typeface="맑은 고딕"/>
              </a:defRPr>
            </a:lvl4pPr>
            <a:lvl5pPr algn="l">
              <a:defRPr sz="3200" b="1">
                <a:solidFill>
                  <a:srgbClr val="173A49"/>
                </a:solidFill>
                <a:latin typeface="맑은 고딕"/>
                <a:ea typeface="맑은 고딕"/>
                <a:cs typeface="맑은 고딕"/>
              </a:defRPr>
            </a:lvl5pPr>
            <a:lvl6pPr algn="l">
              <a:defRPr sz="3200" b="1">
                <a:solidFill>
                  <a:srgbClr val="173A49"/>
                </a:solidFill>
                <a:latin typeface="맑은 고딕"/>
                <a:ea typeface="맑은 고딕"/>
                <a:cs typeface="맑은 고딕"/>
              </a:defRPr>
            </a:lvl6pPr>
            <a:lvl7pPr algn="l">
              <a:defRPr sz="3200" b="1">
                <a:solidFill>
                  <a:srgbClr val="173A49"/>
                </a:solidFill>
                <a:latin typeface="맑은 고딕"/>
                <a:ea typeface="맑은 고딕"/>
                <a:cs typeface="맑은 고딕"/>
              </a:defRPr>
            </a:lvl7pPr>
            <a:lvl8pPr algn="l">
              <a:defRPr sz="3200" b="1">
                <a:solidFill>
                  <a:srgbClr val="173A49"/>
                </a:solidFill>
                <a:latin typeface="맑은 고딕"/>
                <a:ea typeface="맑은 고딕"/>
                <a:cs typeface="맑은 고딕"/>
              </a:defRPr>
            </a:lvl8pPr>
            <a:lvl9pPr algn="l">
              <a:defRPr sz="3200" b="1">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3200" b="1">
                <a:solidFill>
                  <a:srgbClr val="173A49"/>
                </a:solidFill>
                <a:latin typeface="맑은 고딕"/>
                <a:ea typeface="맑은 고딕"/>
                <a:cs typeface="맑은 고딕"/>
              </a:defRPr>
            </a:pPr>
            <a:r>
              <a:rPr sz="3200" b="1">
                <a:solidFill>
                  <a:srgbClr val="173A49"/>
                </a:solidFill>
                <a:latin typeface="맑은 고딕"/>
                <a:ea typeface="맑은 고딕"/>
                <a:cs typeface="맑은 고딕"/>
              </a:rPr>
              <a:t>공개 데이터에서도 확인하고, 실패를 기록했습니다</a:t>
            </a:r>
          </a:p>
        </p:txBody>
      </p:sp>
      <p:sp>
        <p:nvSpPr>
          <p:cNvPr id="5" name="Rectangle 4">
            <a:extLst xmlns:a="http://schemas.openxmlformats.org/drawingml/2006/main">
              <a:ext uri="{FF2B5EF4-FFF2-40B4-BE49-F238E27FC236}">
                <a16:creationId xmlns:a16="http://schemas.microsoft.com/office/drawing/2014/main" id="{DA7BBDCF-8BED-44EC-AE7B-7553F456E346}"/>
              </a:ext>
            </a:extLst>
          </p:cNvPr>
          <p:cNvSpPr>
            <a:spLocks xmlns:a="http://schemas.openxmlformats.org/drawingml/2006/main" noGrp="1"/>
          </p:cNvSpPr>
          <p:nvPr/>
        </p:nvSpPr>
        <p:spPr>
          <a:xfrm xmlns:a="http://schemas.openxmlformats.org/drawingml/2006/main">
            <a:off x="594360" y="6318504"/>
            <a:ext cx="11000232" cy="13716"/>
          </a:xfrm>
          <a:prstGeom xmlns:a="http://schemas.openxmlformats.org/drawingml/2006/main" prst="rect">
            <a:avLst/>
          </a:prstGeom>
          <a:solidFill xmlns:a="http://schemas.openxmlformats.org/drawingml/2006/main">
            <a:srgbClr val="D8E3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C0D684D-7A4A-4491-98AE-555C2458DB2F}"/>
              </a:ext>
            </a:extLst>
          </p:cNvPr>
          <p:cNvSpPr>
            <a:spLocks xmlns:a="http://schemas.openxmlformats.org/drawingml/2006/main" noGrp="1"/>
          </p:cNvSpPr>
          <p:nvPr/>
        </p:nvSpPr>
        <p:spPr>
          <a:xfrm xmlns:a="http://schemas.openxmlformats.org/drawingml/2006/main">
            <a:off x="594360" y="6419088"/>
            <a:ext cx="731520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p xmlns:a="http://schemas.openxmlformats.org/drawingml/2006/main">
            <a:pPr>
              <a:lnSpc>
                <a:spcPct val="114000"/>
              </a:lnSpc>
              <a:spcAft>
                <a:spcPts val="800"/>
              </a:spcAft>
              <a:buNone/>
              <a:defRPr sz="1000" b="0">
                <a:solidFill>
                  <a:srgbClr val="617681"/>
                </a:solidFill>
                <a:latin typeface="맑은 고딕"/>
                <a:ea typeface="맑은 고딕"/>
                <a:cs typeface="맑은 고딕"/>
              </a:defRPr>
            </a:pPr>
            <a:r>
              <a:t>SKALA 광주 2반 · G045 김용찬</a:t>
            </a:r>
          </a:p>
        </p:txBody>
      </p:sp>
      <p:sp>
        <p:nvSpPr>
          <p:cNvPr id="7" name="TextBox 6">
            <a:extLst xmlns:a="http://schemas.openxmlformats.org/drawingml/2006/main">
              <a:ext uri="{FF2B5EF4-FFF2-40B4-BE49-F238E27FC236}">
                <a16:creationId xmlns:a16="http://schemas.microsoft.com/office/drawing/2014/main" id="{62BFB274-1C5E-4F00-A416-821264BCEEFA}"/>
              </a:ext>
            </a:extLst>
          </p:cNvPr>
          <p:cNvSpPr>
            <a:spLocks xmlns:a="http://schemas.openxmlformats.org/drawingml/2006/main" noGrp="1"/>
          </p:cNvSpPr>
          <p:nvPr/>
        </p:nvSpPr>
        <p:spPr>
          <a:xfrm xmlns:a="http://schemas.openxmlformats.org/drawingml/2006/main">
            <a:off x="10149840" y="6419088"/>
            <a:ext cx="1463040" cy="21031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1000">
                <a:solidFill>
                  <a:srgbClr val="617681"/>
                </a:solidFill>
                <a:latin typeface="맑은 고딕"/>
                <a:ea typeface="맑은 고딕"/>
                <a:cs typeface="맑은 고딕"/>
              </a:defRPr>
            </a:defPPr>
            <a:lvl1pPr algn="l">
              <a:defRPr sz="1000">
                <a:solidFill>
                  <a:srgbClr val="617681"/>
                </a:solidFill>
                <a:latin typeface="맑은 고딕"/>
                <a:ea typeface="맑은 고딕"/>
                <a:cs typeface="맑은 고딕"/>
              </a:defRPr>
            </a:lvl1pPr>
            <a:lvl2pPr algn="l">
              <a:defRPr sz="1000">
                <a:solidFill>
                  <a:srgbClr val="617681"/>
                </a:solidFill>
                <a:latin typeface="맑은 고딕"/>
                <a:ea typeface="맑은 고딕"/>
                <a:cs typeface="맑은 고딕"/>
              </a:defRPr>
            </a:lvl2pPr>
            <a:lvl3pPr algn="l">
              <a:defRPr sz="1000">
                <a:solidFill>
                  <a:srgbClr val="617681"/>
                </a:solidFill>
                <a:latin typeface="맑은 고딕"/>
                <a:ea typeface="맑은 고딕"/>
                <a:cs typeface="맑은 고딕"/>
              </a:defRPr>
            </a:lvl3pPr>
            <a:lvl4pPr algn="l">
              <a:defRPr sz="1000">
                <a:solidFill>
                  <a:srgbClr val="617681"/>
                </a:solidFill>
                <a:latin typeface="맑은 고딕"/>
                <a:ea typeface="맑은 고딕"/>
                <a:cs typeface="맑은 고딕"/>
              </a:defRPr>
            </a:lvl4pPr>
            <a:lvl5pPr algn="l">
              <a:defRPr sz="1000">
                <a:solidFill>
                  <a:srgbClr val="617681"/>
                </a:solidFill>
                <a:latin typeface="맑은 고딕"/>
                <a:ea typeface="맑은 고딕"/>
                <a:cs typeface="맑은 고딕"/>
              </a:defRPr>
            </a:lvl5pPr>
            <a:lvl6pPr algn="l">
              <a:defRPr sz="1000">
                <a:solidFill>
                  <a:srgbClr val="617681"/>
                </a:solidFill>
                <a:latin typeface="맑은 고딕"/>
                <a:ea typeface="맑은 고딕"/>
                <a:cs typeface="맑은 고딕"/>
              </a:defRPr>
            </a:lvl6pPr>
            <a:lvl7pPr algn="l">
              <a:defRPr sz="1000">
                <a:solidFill>
                  <a:srgbClr val="617681"/>
                </a:solidFill>
                <a:latin typeface="맑은 고딕"/>
                <a:ea typeface="맑은 고딕"/>
                <a:cs typeface="맑은 고딕"/>
              </a:defRPr>
            </a:lvl7pPr>
            <a:lvl8pPr algn="l">
              <a:defRPr sz="1000">
                <a:solidFill>
                  <a:srgbClr val="617681"/>
                </a:solidFill>
                <a:latin typeface="맑은 고딕"/>
                <a:ea typeface="맑은 고딕"/>
                <a:cs typeface="맑은 고딕"/>
              </a:defRPr>
            </a:lvl8pPr>
            <a:lvl9pPr algn="l">
              <a:defRPr sz="1000">
                <a:solidFill>
                  <a:srgbClr val="617681"/>
                </a:solidFill>
                <a:latin typeface="맑은 고딕"/>
                <a:ea typeface="맑은 고딕"/>
                <a:cs typeface="맑은 고딕"/>
              </a:defRPr>
            </a:lvl9pPr>
          </a:lstStyle>
          <a:p xmlns:a="http://schemas.openxmlformats.org/drawingml/2006/main">
            <a:pPr algn="l">
              <a:lnSpc>
                <a:spcPct val="114000"/>
              </a:lnSpc>
              <a:spcAft>
                <a:spcPts val="800"/>
              </a:spcAft>
              <a:buNone/>
              <a:defRPr sz="1000" b="0">
                <a:solidFill>
                  <a:srgbClr val="617681"/>
                </a:solidFill>
                <a:latin typeface="맑은 고딕"/>
                <a:ea typeface="맑은 고딕"/>
                <a:cs typeface="맑은 고딕"/>
              </a:defRPr>
            </a:pPr>
            <a:r>
              <a:rPr sz="1000">
                <a:solidFill>
                  <a:srgbClr val="617681"/>
                </a:solidFill>
                <a:latin typeface="맑은 고딕"/>
                <a:ea typeface="맑은 고딕"/>
                <a:cs typeface="맑은 고딕"/>
              </a:rPr>
              <a:t>16 / 17</a:t>
            </a:r>
          </a:p>
        </p:txBody>
      </p:sp>
      <p:sp>
        <p:nvSpPr>
          <p:cNvPr id="8" name="Rectangle 7">
            <a:extLst xmlns:a="http://schemas.openxmlformats.org/drawingml/2006/main">
              <a:ext uri="{FF2B5EF4-FFF2-40B4-BE49-F238E27FC236}">
                <a16:creationId xmlns:a16="http://schemas.microsoft.com/office/drawing/2014/main" id="{93F49116-D40E-448B-8CF5-6A491CD54AC9}"/>
              </a:ext>
            </a:extLst>
          </p:cNvPr>
          <p:cNvSpPr>
            <a:spLocks xmlns:a="http://schemas.openxmlformats.org/drawingml/2006/main" noGrp="1"/>
          </p:cNvSpPr>
          <p:nvPr/>
        </p:nvSpPr>
        <p:spPr>
          <a:xfrm xmlns:a="http://schemas.openxmlformats.org/drawingml/2006/main">
            <a:off x="640080" y="1975104"/>
            <a:ext cx="50292" cy="512064"/>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119053FE-654B-4CA4-A3BD-1A9CAE88E573}"/>
              </a:ext>
            </a:extLst>
          </p:cNvPr>
          <p:cNvSpPr>
            <a:spLocks xmlns:a="http://schemas.openxmlformats.org/drawingml/2006/main" noGrp="1"/>
          </p:cNvSpPr>
          <p:nvPr/>
        </p:nvSpPr>
        <p:spPr>
          <a:xfrm xmlns:a="http://schemas.openxmlformats.org/drawingml/2006/main">
            <a:off x="868680" y="197510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100" b="0">
                <a:solidFill>
                  <a:srgbClr val="173A49"/>
                </a:solidFill>
                <a:latin typeface="맑은 고딕"/>
                <a:ea typeface="맑은 고딕"/>
                <a:cs typeface="맑은 고딕"/>
              </a:defRPr>
            </a:pPr>
            <a:r>
              <a:rPr sz="2100">
                <a:solidFill>
                  <a:srgbClr val="173A49"/>
                </a:solidFill>
                <a:latin typeface="맑은 고딕"/>
                <a:ea typeface="맑은 고딕"/>
                <a:cs typeface="맑은 고딕"/>
              </a:rPr>
              <a:t>합성 센서 앙상블: 불량30/32개 발견 · 정상19/224개 오판</a:t>
            </a:r>
          </a:p>
        </p:txBody>
      </p:sp>
      <p:sp>
        <p:nvSpPr>
          <p:cNvPr id="10" name="Rectangle 9">
            <a:extLst xmlns:a="http://schemas.openxmlformats.org/drawingml/2006/main">
              <a:ext uri="{FF2B5EF4-FFF2-40B4-BE49-F238E27FC236}">
                <a16:creationId xmlns:a16="http://schemas.microsoft.com/office/drawing/2014/main" id="{AED4C7C4-AADA-4F2C-941D-153B22272718}"/>
              </a:ext>
            </a:extLst>
          </p:cNvPr>
          <p:cNvSpPr>
            <a:spLocks xmlns:a="http://schemas.openxmlformats.org/drawingml/2006/main" noGrp="1"/>
          </p:cNvSpPr>
          <p:nvPr/>
        </p:nvSpPr>
        <p:spPr>
          <a:xfrm xmlns:a="http://schemas.openxmlformats.org/drawingml/2006/main">
            <a:off x="640080" y="2752344"/>
            <a:ext cx="50292" cy="512064"/>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0B49D7C2-A64E-420E-B707-D067EAFF04AC}"/>
              </a:ext>
            </a:extLst>
          </p:cNvPr>
          <p:cNvSpPr>
            <a:spLocks xmlns:a="http://schemas.openxmlformats.org/drawingml/2006/main" noGrp="1"/>
          </p:cNvSpPr>
          <p:nvPr/>
        </p:nvSpPr>
        <p:spPr>
          <a:xfrm xmlns:a="http://schemas.openxmlformats.org/drawingml/2006/main">
            <a:off x="868680" y="275234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100" b="0">
                <a:solidFill>
                  <a:srgbClr val="173A49"/>
                </a:solidFill>
                <a:latin typeface="맑은 고딕"/>
                <a:ea typeface="맑은 고딕"/>
                <a:cs typeface="맑은 고딕"/>
              </a:defRPr>
            </a:pPr>
            <a:r>
              <a:rPr sz="2100">
                <a:solidFill>
                  <a:srgbClr val="173A49"/>
                </a:solidFill>
                <a:latin typeface="맑은 고딕"/>
                <a:ea typeface="맑은 고딕"/>
                <a:cs typeface="맑은 고딕"/>
              </a:rPr>
              <a:t>실제 공개 SECOM: 불량5/23개 발견 · 정상87/357개 오판</a:t>
            </a:r>
          </a:p>
        </p:txBody>
      </p:sp>
      <p:sp>
        <p:nvSpPr>
          <p:cNvPr id="12" name="Rectangle 11">
            <a:extLst xmlns:a="http://schemas.openxmlformats.org/drawingml/2006/main">
              <a:ext uri="{FF2B5EF4-FFF2-40B4-BE49-F238E27FC236}">
                <a16:creationId xmlns:a16="http://schemas.microsoft.com/office/drawing/2014/main" id="{D6D6147D-6DA5-4522-AF8E-2EEFD433D5F5}"/>
              </a:ext>
            </a:extLst>
          </p:cNvPr>
          <p:cNvSpPr>
            <a:spLocks xmlns:a="http://schemas.openxmlformats.org/drawingml/2006/main" noGrp="1"/>
          </p:cNvSpPr>
          <p:nvPr/>
        </p:nvSpPr>
        <p:spPr>
          <a:xfrm xmlns:a="http://schemas.openxmlformats.org/drawingml/2006/main">
            <a:off x="640080" y="3529584"/>
            <a:ext cx="50292" cy="512064"/>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D02B6D5-5AD6-446B-AB74-01408633F276}"/>
              </a:ext>
            </a:extLst>
          </p:cNvPr>
          <p:cNvSpPr>
            <a:spLocks xmlns:a="http://schemas.openxmlformats.org/drawingml/2006/main" noGrp="1"/>
          </p:cNvSpPr>
          <p:nvPr/>
        </p:nvSpPr>
        <p:spPr>
          <a:xfrm xmlns:a="http://schemas.openxmlformats.org/drawingml/2006/main">
            <a:off x="868680" y="352958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100" b="0">
                <a:solidFill>
                  <a:srgbClr val="173A49"/>
                </a:solidFill>
                <a:latin typeface="맑은 고딕"/>
                <a:ea typeface="맑은 고딕"/>
                <a:cs typeface="맑은 고딕"/>
              </a:defRPr>
            </a:pPr>
            <a:r>
              <a:rPr sz="2100">
                <a:solidFill>
                  <a:srgbClr val="173A49"/>
                </a:solidFill>
                <a:latin typeface="맑은 고딕"/>
                <a:ea typeface="맑은 고딕"/>
                <a:cs typeface="맑은 고딕"/>
              </a:rPr>
              <a:t>공개 자료에서는 목표 미달. 합성 결과를 현장 성능으로 일반화할 수 없습니다.</a:t>
            </a:r>
          </a:p>
        </p:txBody>
      </p:sp>
      <p:sp>
        <p:nvSpPr>
          <p:cNvPr id="14" name="Rectangle 13">
            <a:extLst xmlns:a="http://schemas.openxmlformats.org/drawingml/2006/main">
              <a:ext uri="{FF2B5EF4-FFF2-40B4-BE49-F238E27FC236}">
                <a16:creationId xmlns:a16="http://schemas.microsoft.com/office/drawing/2014/main" id="{837271A1-A679-42B0-8EF1-EC723898F12D}"/>
              </a:ext>
            </a:extLst>
          </p:cNvPr>
          <p:cNvSpPr>
            <a:spLocks xmlns:a="http://schemas.openxmlformats.org/drawingml/2006/main" noGrp="1"/>
          </p:cNvSpPr>
          <p:nvPr/>
        </p:nvSpPr>
        <p:spPr>
          <a:xfrm xmlns:a="http://schemas.openxmlformats.org/drawingml/2006/main">
            <a:off x="640080" y="4306824"/>
            <a:ext cx="50292" cy="512064"/>
          </a:xfrm>
          <a:prstGeom xmlns:a="http://schemas.openxmlformats.org/drawingml/2006/main" prst="rect">
            <a:avLst/>
          </a:prstGeom>
          <a:solidFill xmlns:a="http://schemas.openxmlformats.org/drawingml/2006/main">
            <a:srgbClr val="147D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3932AE80-C77C-4F2D-BC24-78C8F92EB13A}"/>
              </a:ext>
            </a:extLst>
          </p:cNvPr>
          <p:cNvSpPr>
            <a:spLocks xmlns:a="http://schemas.openxmlformats.org/drawingml/2006/main" noGrp="1"/>
          </p:cNvSpPr>
          <p:nvPr/>
        </p:nvSpPr>
        <p:spPr>
          <a:xfrm xmlns:a="http://schemas.openxmlformats.org/drawingml/2006/main">
            <a:off x="868680" y="4306824"/>
            <a:ext cx="10607040" cy="401422"/>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spAutoFit/>
          </a:bodyPr>
          <a:lstStyle xmlns:a="http://schemas.openxmlformats.org/drawingml/2006/main">
            <a:defPPr algn="l">
              <a:defRPr sz="2100">
                <a:solidFill>
                  <a:srgbClr val="173A49"/>
                </a:solidFill>
                <a:latin typeface="맑은 고딕"/>
                <a:ea typeface="맑은 고딕"/>
                <a:cs typeface="맑은 고딕"/>
              </a:defRPr>
            </a:defPPr>
            <a:lvl1pPr algn="l">
              <a:defRPr sz="2100">
                <a:solidFill>
                  <a:srgbClr val="173A49"/>
                </a:solidFill>
                <a:latin typeface="맑은 고딕"/>
                <a:ea typeface="맑은 고딕"/>
                <a:cs typeface="맑은 고딕"/>
              </a:defRPr>
            </a:lvl1pPr>
            <a:lvl2pPr algn="l">
              <a:defRPr sz="2100">
                <a:solidFill>
                  <a:srgbClr val="173A49"/>
                </a:solidFill>
                <a:latin typeface="맑은 고딕"/>
                <a:ea typeface="맑은 고딕"/>
                <a:cs typeface="맑은 고딕"/>
              </a:defRPr>
            </a:lvl2pPr>
            <a:lvl3pPr algn="l">
              <a:defRPr sz="2100">
                <a:solidFill>
                  <a:srgbClr val="173A49"/>
                </a:solidFill>
                <a:latin typeface="맑은 고딕"/>
                <a:ea typeface="맑은 고딕"/>
                <a:cs typeface="맑은 고딕"/>
              </a:defRPr>
            </a:lvl3pPr>
            <a:lvl4pPr algn="l">
              <a:defRPr sz="2100">
                <a:solidFill>
                  <a:srgbClr val="173A49"/>
                </a:solidFill>
                <a:latin typeface="맑은 고딕"/>
                <a:ea typeface="맑은 고딕"/>
                <a:cs typeface="맑은 고딕"/>
              </a:defRPr>
            </a:lvl4pPr>
            <a:lvl5pPr algn="l">
              <a:defRPr sz="2100">
                <a:solidFill>
                  <a:srgbClr val="173A49"/>
                </a:solidFill>
                <a:latin typeface="맑은 고딕"/>
                <a:ea typeface="맑은 고딕"/>
                <a:cs typeface="맑은 고딕"/>
              </a:defRPr>
            </a:lvl5pPr>
            <a:lvl6pPr algn="l">
              <a:defRPr sz="2100">
                <a:solidFill>
                  <a:srgbClr val="173A49"/>
                </a:solidFill>
                <a:latin typeface="맑은 고딕"/>
                <a:ea typeface="맑은 고딕"/>
                <a:cs typeface="맑은 고딕"/>
              </a:defRPr>
            </a:lvl6pPr>
            <a:lvl7pPr algn="l">
              <a:defRPr sz="2100">
                <a:solidFill>
                  <a:srgbClr val="173A49"/>
                </a:solidFill>
                <a:latin typeface="맑은 고딕"/>
                <a:ea typeface="맑은 고딕"/>
                <a:cs typeface="맑은 고딕"/>
              </a:defRPr>
            </a:lvl7pPr>
            <a:lvl8pPr algn="l">
              <a:defRPr sz="2100">
                <a:solidFill>
                  <a:srgbClr val="173A49"/>
                </a:solidFill>
                <a:latin typeface="맑은 고딕"/>
                <a:ea typeface="맑은 고딕"/>
                <a:cs typeface="맑은 고딕"/>
              </a:defRPr>
            </a:lvl8pPr>
            <a:lvl9pPr algn="l">
              <a:defRPr sz="2100">
                <a:solidFill>
                  <a:srgbClr val="173A49"/>
                </a:solidFill>
                <a:latin typeface="맑은 고딕"/>
                <a:ea typeface="맑은 고딕"/>
                <a:cs typeface="맑은 고딕"/>
              </a:defRPr>
            </a:lvl9pPr>
          </a:lstStyle>
          <a:p xmlns:a="http://schemas.openxmlformats.org/drawingml/2006/main">
            <a:pPr algn="l">
              <a:lnSpc>
                <a:spcPct val="114000"/>
              </a:lnSpc>
              <a:spcAft>
                <a:spcPts val="800"/>
              </a:spcAft>
              <a:buNone/>
              <a:defRPr sz="2100" b="0">
                <a:solidFill>
                  <a:srgbClr val="173A49"/>
                </a:solidFill>
                <a:latin typeface="맑은 고딕"/>
                <a:ea typeface="맑은 고딕"/>
                <a:cs typeface="맑은 고딕"/>
              </a:defRPr>
            </a:pPr>
            <a:r>
              <a:rPr sz="2100">
                <a:solidFill>
                  <a:srgbClr val="173A49"/>
                </a:solidFill>
                <a:latin typeface="맑은 고딕"/>
                <a:ea typeface="맑은 고딕"/>
                <a:cs typeface="맑은 고딕"/>
              </a:rPr>
              <a:t>개선: 현장 기준·독립 기간·충분한 불량 표본으로 다시 검증</a:t>
            </a:r>
          </a:p>
        </p:txBody>
      </p:sp>
    </p:spTree>
    <p:extLst>
      <p:ext uri="{BB962C8B-B14F-4D97-AF65-F5344CB8AC3E}">
        <p14:creationId xmlns:p14="http://schemas.microsoft.com/office/powerpoint/2010/main" val="942092300"/>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부록 E · 기술 대응표">
            <a:extLst xmlns:a="http://schemas.openxmlformats.org/drawingml/2006/main">
              <a:ext uri="{FF2B5EF4-FFF2-40B4-BE49-F238E27FC236}">
                <a16:creationId xmlns:a16="http://schemas.microsoft.com/office/drawing/2014/main" id="{75D3BFB4-8DEE-4A30-8CE9-781721C4D458}"/>
              </a:ext>
            </a:extLst>
          </p:cNvPr>
          <p:cNvSpPr>
            <a:spLocks xmlns:a="http://schemas.openxmlformats.org/drawingml/2006/main" noGrp="1"/>
          </p:cNvSpPr>
          <p:nvPr/>
        </p:nvSpPr>
        <p:spPr>
          <a:xfrm xmlns:a="http://schemas.openxmlformats.org/drawingml/2006/main">
            <a:off x="609600" y="2952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1">
                <a:solidFill>
                  <a:srgbClr val="147D82"/>
                </a:solidFill>
                <a:latin typeface="맑은 고딕"/>
                <a:ea typeface="맑은 고딕"/>
                <a:cs typeface="맑은 고딕"/>
              </a:defRPr>
            </a:defPPr>
            <a:lvl1pPr algn="l">
              <a:buNone/>
              <a:defRPr sz="1200" b="1">
                <a:solidFill>
                  <a:srgbClr val="147D82"/>
                </a:solidFill>
                <a:latin typeface="맑은 고딕"/>
                <a:ea typeface="맑은 고딕"/>
                <a:cs typeface="맑은 고딕"/>
              </a:defRPr>
            </a:lvl1pPr>
            <a:lvl2pPr algn="l">
              <a:buNone/>
              <a:defRPr sz="1200" b="1">
                <a:solidFill>
                  <a:srgbClr val="147D82"/>
                </a:solidFill>
                <a:latin typeface="맑은 고딕"/>
                <a:ea typeface="맑은 고딕"/>
                <a:cs typeface="맑은 고딕"/>
              </a:defRPr>
            </a:lvl2pPr>
            <a:lvl3pPr algn="l">
              <a:buNone/>
              <a:defRPr sz="1200" b="1">
                <a:solidFill>
                  <a:srgbClr val="147D82"/>
                </a:solidFill>
                <a:latin typeface="맑은 고딕"/>
                <a:ea typeface="맑은 고딕"/>
                <a:cs typeface="맑은 고딕"/>
              </a:defRPr>
            </a:lvl3pPr>
            <a:lvl4pPr algn="l">
              <a:buNone/>
              <a:defRPr sz="1200" b="1">
                <a:solidFill>
                  <a:srgbClr val="147D82"/>
                </a:solidFill>
                <a:latin typeface="맑은 고딕"/>
                <a:ea typeface="맑은 고딕"/>
                <a:cs typeface="맑은 고딕"/>
              </a:defRPr>
            </a:lvl4pPr>
            <a:lvl5pPr algn="l">
              <a:buNone/>
              <a:defRPr sz="1200" b="1">
                <a:solidFill>
                  <a:srgbClr val="147D82"/>
                </a:solidFill>
                <a:latin typeface="맑은 고딕"/>
                <a:ea typeface="맑은 고딕"/>
                <a:cs typeface="맑은 고딕"/>
              </a:defRPr>
            </a:lvl5pPr>
            <a:lvl6pPr algn="l">
              <a:buNone/>
              <a:defRPr sz="1200" b="1">
                <a:solidFill>
                  <a:srgbClr val="147D82"/>
                </a:solidFill>
                <a:latin typeface="맑은 고딕"/>
                <a:ea typeface="맑은 고딕"/>
                <a:cs typeface="맑은 고딕"/>
              </a:defRPr>
            </a:lvl6pPr>
            <a:lvl7pPr algn="l">
              <a:buNone/>
              <a:defRPr sz="1200" b="1">
                <a:solidFill>
                  <a:srgbClr val="147D82"/>
                </a:solidFill>
                <a:latin typeface="맑은 고딕"/>
                <a:ea typeface="맑은 고딕"/>
                <a:cs typeface="맑은 고딕"/>
              </a:defRPr>
            </a:lvl7pPr>
            <a:lvl8pPr algn="l">
              <a:buNone/>
              <a:defRPr sz="1200" b="1">
                <a:solidFill>
                  <a:srgbClr val="147D82"/>
                </a:solidFill>
                <a:latin typeface="맑은 고딕"/>
                <a:ea typeface="맑은 고딕"/>
                <a:cs typeface="맑은 고딕"/>
              </a:defRPr>
            </a:lvl8pPr>
            <a:lvl9pPr algn="l">
              <a:buNone/>
              <a:defRPr sz="1200" b="1">
                <a:solidFill>
                  <a:srgbClr val="147D82"/>
                </a:solidFill>
                <a:latin typeface="맑은 고딕"/>
                <a:ea typeface="맑은 고딕"/>
                <a:cs typeface="맑은 고딕"/>
              </a:defRPr>
            </a:lvl9pPr>
          </a:lstStyle>
          <a:p xmlns:a="http://schemas.openxmlformats.org/drawingml/2006/main">
            <a:pPr algn="l">
              <a:buNone/>
              <a:defRPr sz="1200" b="1">
                <a:solidFill>
                  <a:srgbClr val="147D82"/>
                </a:solidFill>
                <a:latin typeface="맑은 고딕"/>
                <a:ea typeface="맑은 고딕"/>
                <a:cs typeface="맑은 고딕"/>
              </a:defRPr>
            </a:pPr>
            <a:r>
              <a:rPr sz="1200" b="1">
                <a:solidFill>
                  <a:srgbClr val="147D82"/>
                </a:solidFill>
                <a:latin typeface="맑은 고딕"/>
                <a:ea typeface="맑은 고딕"/>
                <a:cs typeface="맑은 고딕"/>
              </a:rPr>
              <a:t>17 · 과제 기술 요소와 실제 구현 위치</a:t>
            </a:r>
          </a:p>
        </p:txBody>
      </p:sp>
      <p:sp>
        <p:nvSpPr>
          <p:cNvPr id="2" name="과제 기술 요소와 실제 구현 위치">
            <a:extLst xmlns:a="http://schemas.openxmlformats.org/drawingml/2006/main">
              <a:ext uri="{FF2B5EF4-FFF2-40B4-BE49-F238E27FC236}">
                <a16:creationId xmlns:a16="http://schemas.microsoft.com/office/drawing/2014/main" id="{1A440EB7-5E26-4C67-BCAB-862211493C2E}"/>
              </a:ext>
            </a:extLst>
          </p:cNvPr>
          <p:cNvSpPr>
            <a:spLocks xmlns:a="http://schemas.openxmlformats.org/drawingml/2006/main" noGrp="1"/>
          </p:cNvSpPr>
          <p:nvPr/>
        </p:nvSpPr>
        <p:spPr>
          <a:xfrm xmlns:a="http://schemas.openxmlformats.org/drawingml/2006/main">
            <a:off x="609600" y="838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73A49"/>
                </a:solidFill>
                <a:latin typeface="맑은 고딕"/>
                <a:ea typeface="맑은 고딕"/>
                <a:cs typeface="맑은 고딕"/>
              </a:defRPr>
            </a:defPPr>
            <a:lvl1pPr>
              <a:buNone/>
              <a:defRPr sz="2925" b="1">
                <a:solidFill>
                  <a:srgbClr val="173A49"/>
                </a:solidFill>
                <a:latin typeface="맑은 고딕"/>
                <a:ea typeface="맑은 고딕"/>
                <a:cs typeface="맑은 고딕"/>
              </a:defRPr>
            </a:lvl1pPr>
            <a:lvl2pPr>
              <a:buNone/>
              <a:defRPr sz="2925" b="1">
                <a:solidFill>
                  <a:srgbClr val="173A49"/>
                </a:solidFill>
                <a:latin typeface="맑은 고딕"/>
                <a:ea typeface="맑은 고딕"/>
                <a:cs typeface="맑은 고딕"/>
              </a:defRPr>
            </a:lvl2pPr>
            <a:lvl3pPr>
              <a:buNone/>
              <a:defRPr sz="2925" b="1">
                <a:solidFill>
                  <a:srgbClr val="173A49"/>
                </a:solidFill>
                <a:latin typeface="맑은 고딕"/>
                <a:ea typeface="맑은 고딕"/>
                <a:cs typeface="맑은 고딕"/>
              </a:defRPr>
            </a:lvl3pPr>
            <a:lvl4pPr>
              <a:buNone/>
              <a:defRPr sz="2925" b="1">
                <a:solidFill>
                  <a:srgbClr val="173A49"/>
                </a:solidFill>
                <a:latin typeface="맑은 고딕"/>
                <a:ea typeface="맑은 고딕"/>
                <a:cs typeface="맑은 고딕"/>
              </a:defRPr>
            </a:lvl4pPr>
            <a:lvl5pPr>
              <a:buNone/>
              <a:defRPr sz="2925" b="1">
                <a:solidFill>
                  <a:srgbClr val="173A49"/>
                </a:solidFill>
                <a:latin typeface="맑은 고딕"/>
                <a:ea typeface="맑은 고딕"/>
                <a:cs typeface="맑은 고딕"/>
              </a:defRPr>
            </a:lvl5pPr>
            <a:lvl6pPr>
              <a:buNone/>
              <a:defRPr sz="2925" b="1">
                <a:solidFill>
                  <a:srgbClr val="173A49"/>
                </a:solidFill>
                <a:latin typeface="맑은 고딕"/>
                <a:ea typeface="맑은 고딕"/>
                <a:cs typeface="맑은 고딕"/>
              </a:defRPr>
            </a:lvl6pPr>
            <a:lvl7pPr>
              <a:buNone/>
              <a:defRPr sz="2925" b="1">
                <a:solidFill>
                  <a:srgbClr val="173A49"/>
                </a:solidFill>
                <a:latin typeface="맑은 고딕"/>
                <a:ea typeface="맑은 고딕"/>
                <a:cs typeface="맑은 고딕"/>
              </a:defRPr>
            </a:lvl7pPr>
            <a:lvl8pPr>
              <a:buNone/>
              <a:defRPr sz="2925" b="1">
                <a:solidFill>
                  <a:srgbClr val="173A49"/>
                </a:solidFill>
                <a:latin typeface="맑은 고딕"/>
                <a:ea typeface="맑은 고딕"/>
                <a:cs typeface="맑은 고딕"/>
              </a:defRPr>
            </a:lvl8pPr>
            <a:lvl9pPr>
              <a:buNone/>
              <a:defRPr sz="2925" b="1">
                <a:solidFill>
                  <a:srgbClr val="173A49"/>
                </a:solidFill>
                <a:latin typeface="맑은 고딕"/>
                <a:ea typeface="맑은 고딕"/>
                <a:cs typeface="맑은 고딕"/>
              </a:defRPr>
            </a:lvl9pPr>
          </a:lstStyle>
          <a:p xmlns:a="http://schemas.openxmlformats.org/drawingml/2006/main">
            <a:pPr>
              <a:buNone/>
              <a:defRPr sz="2925" b="1">
                <a:solidFill>
                  <a:srgbClr val="173A49"/>
                </a:solidFill>
                <a:latin typeface="맑은 고딕"/>
                <a:ea typeface="맑은 고딕"/>
                <a:cs typeface="맑은 고딕"/>
              </a:defRPr>
            </a:pPr>
            <a:r>
              <a:rPr sz="2925" b="1">
                <a:solidFill>
                  <a:srgbClr val="173A49"/>
                </a:solidFill>
                <a:latin typeface="맑은 고딕"/>
                <a:ea typeface="맑은 고딕"/>
                <a:cs typeface="맑은 고딕"/>
              </a:rPr>
              <a:t>과제 기술 요소와 실제 구현 위치</a:t>
            </a:r>
          </a:p>
        </p:txBody>
      </p:sp>
      <p:sp>
        <p:nvSpPr>
          <p:cNvPr id="3" name="SKALA 광주 2반 · G045 김용찬">
            <a:extLst xmlns:a="http://schemas.openxmlformats.org/drawingml/2006/main">
              <a:ext uri="{FF2B5EF4-FFF2-40B4-BE49-F238E27FC236}">
                <a16:creationId xmlns:a16="http://schemas.microsoft.com/office/drawing/2014/main" id="{DDDD07EF-D7EE-4D4A-9722-298E6FAA1D8E}"/>
              </a:ext>
            </a:extLst>
          </p:cNvPr>
          <p:cNvSpPr>
            <a:spLocks xmlns:a="http://schemas.openxmlformats.org/drawingml/2006/main" noGrp="1"/>
          </p:cNvSpPr>
          <p:nvPr/>
        </p:nvSpPr>
        <p:spPr>
          <a:xfrm xmlns:a="http://schemas.openxmlformats.org/drawingml/2006/main">
            <a:off x="609600" y="64198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75" b="0">
                <a:solidFill>
                  <a:srgbClr val="617681"/>
                </a:solidFill>
                <a:latin typeface="맑은 고딕"/>
                <a:ea typeface="맑은 고딕"/>
                <a:cs typeface="맑은 고딕"/>
              </a:defRPr>
            </a:defPPr>
            <a:lvl1pPr>
              <a:buNone/>
              <a:defRPr sz="975" b="0">
                <a:solidFill>
                  <a:srgbClr val="617681"/>
                </a:solidFill>
                <a:latin typeface="맑은 고딕"/>
                <a:ea typeface="맑은 고딕"/>
                <a:cs typeface="맑은 고딕"/>
              </a:defRPr>
            </a:lvl1pPr>
            <a:lvl2pPr>
              <a:buNone/>
              <a:defRPr sz="975" b="0">
                <a:solidFill>
                  <a:srgbClr val="617681"/>
                </a:solidFill>
                <a:latin typeface="맑은 고딕"/>
                <a:ea typeface="맑은 고딕"/>
                <a:cs typeface="맑은 고딕"/>
              </a:defRPr>
            </a:lvl2pPr>
            <a:lvl3pPr>
              <a:buNone/>
              <a:defRPr sz="975" b="0">
                <a:solidFill>
                  <a:srgbClr val="617681"/>
                </a:solidFill>
                <a:latin typeface="맑은 고딕"/>
                <a:ea typeface="맑은 고딕"/>
                <a:cs typeface="맑은 고딕"/>
              </a:defRPr>
            </a:lvl3pPr>
            <a:lvl4pPr>
              <a:buNone/>
              <a:defRPr sz="975" b="0">
                <a:solidFill>
                  <a:srgbClr val="617681"/>
                </a:solidFill>
                <a:latin typeface="맑은 고딕"/>
                <a:ea typeface="맑은 고딕"/>
                <a:cs typeface="맑은 고딕"/>
              </a:defRPr>
            </a:lvl4pPr>
            <a:lvl5pPr>
              <a:buNone/>
              <a:defRPr sz="975" b="0">
                <a:solidFill>
                  <a:srgbClr val="617681"/>
                </a:solidFill>
                <a:latin typeface="맑은 고딕"/>
                <a:ea typeface="맑은 고딕"/>
                <a:cs typeface="맑은 고딕"/>
              </a:defRPr>
            </a:lvl5pPr>
            <a:lvl6pPr>
              <a:buNone/>
              <a:defRPr sz="975" b="0">
                <a:solidFill>
                  <a:srgbClr val="617681"/>
                </a:solidFill>
                <a:latin typeface="맑은 고딕"/>
                <a:ea typeface="맑은 고딕"/>
                <a:cs typeface="맑은 고딕"/>
              </a:defRPr>
            </a:lvl6pPr>
            <a:lvl7pPr>
              <a:buNone/>
              <a:defRPr sz="975" b="0">
                <a:solidFill>
                  <a:srgbClr val="617681"/>
                </a:solidFill>
                <a:latin typeface="맑은 고딕"/>
                <a:ea typeface="맑은 고딕"/>
                <a:cs typeface="맑은 고딕"/>
              </a:defRPr>
            </a:lvl7pPr>
            <a:lvl8pPr>
              <a:buNone/>
              <a:defRPr sz="975" b="0">
                <a:solidFill>
                  <a:srgbClr val="617681"/>
                </a:solidFill>
                <a:latin typeface="맑은 고딕"/>
                <a:ea typeface="맑은 고딕"/>
                <a:cs typeface="맑은 고딕"/>
              </a:defRPr>
            </a:lvl8pPr>
            <a:lvl9pPr>
              <a:buNone/>
              <a:defRPr sz="975" b="0">
                <a:solidFill>
                  <a:srgbClr val="617681"/>
                </a:solidFill>
                <a:latin typeface="맑은 고딕"/>
                <a:ea typeface="맑은 고딕"/>
                <a:cs typeface="맑은 고딕"/>
              </a:defRPr>
            </a:lvl9pPr>
          </a:lstStyle>
          <a:p xmlns:a="http://schemas.openxmlformats.org/drawingml/2006/main">
            <a:pPr>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SKALA 광주 2반 · G045 김용찬</a:t>
            </a:r>
          </a:p>
        </p:txBody>
      </p:sp>
      <p:sp>
        <p:nvSpPr>
          <p:cNvPr id="4" name="17 / 17">
            <a:extLst xmlns:a="http://schemas.openxmlformats.org/drawingml/2006/main">
              <a:ext uri="{FF2B5EF4-FFF2-40B4-BE49-F238E27FC236}">
                <a16:creationId xmlns:a16="http://schemas.microsoft.com/office/drawing/2014/main" id="{3CE15498-F13E-4191-98A0-7EB500DFE716}"/>
              </a:ext>
            </a:extLst>
          </p:cNvPr>
          <p:cNvSpPr>
            <a:spLocks xmlns:a="http://schemas.openxmlformats.org/drawingml/2006/main" noGrp="1"/>
          </p:cNvSpPr>
          <p:nvPr/>
        </p:nvSpPr>
        <p:spPr>
          <a:xfrm xmlns:a="http://schemas.openxmlformats.org/drawingml/2006/main">
            <a:off x="10153650" y="64198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975" b="0">
                <a:solidFill>
                  <a:srgbClr val="617681"/>
                </a:solidFill>
                <a:latin typeface="맑은 고딕"/>
                <a:ea typeface="맑은 고딕"/>
                <a:cs typeface="맑은 고딕"/>
              </a:defRPr>
            </a:defPPr>
            <a:lvl1pPr algn="l">
              <a:buNone/>
              <a:defRPr sz="975" b="0">
                <a:solidFill>
                  <a:srgbClr val="617681"/>
                </a:solidFill>
                <a:latin typeface="맑은 고딕"/>
                <a:ea typeface="맑은 고딕"/>
                <a:cs typeface="맑은 고딕"/>
              </a:defRPr>
            </a:lvl1pPr>
            <a:lvl2pPr algn="l">
              <a:buNone/>
              <a:defRPr sz="975" b="0">
                <a:solidFill>
                  <a:srgbClr val="617681"/>
                </a:solidFill>
                <a:latin typeface="맑은 고딕"/>
                <a:ea typeface="맑은 고딕"/>
                <a:cs typeface="맑은 고딕"/>
              </a:defRPr>
            </a:lvl2pPr>
            <a:lvl3pPr algn="l">
              <a:buNone/>
              <a:defRPr sz="975" b="0">
                <a:solidFill>
                  <a:srgbClr val="617681"/>
                </a:solidFill>
                <a:latin typeface="맑은 고딕"/>
                <a:ea typeface="맑은 고딕"/>
                <a:cs typeface="맑은 고딕"/>
              </a:defRPr>
            </a:lvl3pPr>
            <a:lvl4pPr algn="l">
              <a:buNone/>
              <a:defRPr sz="975" b="0">
                <a:solidFill>
                  <a:srgbClr val="617681"/>
                </a:solidFill>
                <a:latin typeface="맑은 고딕"/>
                <a:ea typeface="맑은 고딕"/>
                <a:cs typeface="맑은 고딕"/>
              </a:defRPr>
            </a:lvl4pPr>
            <a:lvl5pPr algn="l">
              <a:buNone/>
              <a:defRPr sz="975" b="0">
                <a:solidFill>
                  <a:srgbClr val="617681"/>
                </a:solidFill>
                <a:latin typeface="맑은 고딕"/>
                <a:ea typeface="맑은 고딕"/>
                <a:cs typeface="맑은 고딕"/>
              </a:defRPr>
            </a:lvl5pPr>
            <a:lvl6pPr algn="l">
              <a:buNone/>
              <a:defRPr sz="975" b="0">
                <a:solidFill>
                  <a:srgbClr val="617681"/>
                </a:solidFill>
                <a:latin typeface="맑은 고딕"/>
                <a:ea typeface="맑은 고딕"/>
                <a:cs typeface="맑은 고딕"/>
              </a:defRPr>
            </a:lvl6pPr>
            <a:lvl7pPr algn="l">
              <a:buNone/>
              <a:defRPr sz="975" b="0">
                <a:solidFill>
                  <a:srgbClr val="617681"/>
                </a:solidFill>
                <a:latin typeface="맑은 고딕"/>
                <a:ea typeface="맑은 고딕"/>
                <a:cs typeface="맑은 고딕"/>
              </a:defRPr>
            </a:lvl7pPr>
            <a:lvl8pPr algn="l">
              <a:buNone/>
              <a:defRPr sz="975" b="0">
                <a:solidFill>
                  <a:srgbClr val="617681"/>
                </a:solidFill>
                <a:latin typeface="맑은 고딕"/>
                <a:ea typeface="맑은 고딕"/>
                <a:cs typeface="맑은 고딕"/>
              </a:defRPr>
            </a:lvl8pPr>
            <a:lvl9pPr algn="l">
              <a:buNone/>
              <a:defRPr sz="975" b="0">
                <a:solidFill>
                  <a:srgbClr val="617681"/>
                </a:solidFill>
                <a:latin typeface="맑은 고딕"/>
                <a:ea typeface="맑은 고딕"/>
                <a:cs typeface="맑은 고딕"/>
              </a:defRPr>
            </a:lvl9pPr>
          </a:lstStyle>
          <a:p xmlns:a="http://schemas.openxmlformats.org/drawingml/2006/main">
            <a:pPr algn="l">
              <a:buNone/>
              <a:defRPr sz="975" b="0">
                <a:solidFill>
                  <a:srgbClr val="617681"/>
                </a:solidFill>
                <a:latin typeface="맑은 고딕"/>
                <a:ea typeface="맑은 고딕"/>
                <a:cs typeface="맑은 고딕"/>
              </a:defRPr>
            </a:pPr>
            <a:r>
              <a:rPr sz="975" b="0">
                <a:solidFill>
                  <a:srgbClr val="617681"/>
                </a:solidFill>
                <a:latin typeface="맑은 고딕"/>
                <a:ea typeface="맑은 고딕"/>
                <a:cs typeface="맑은 고딕"/>
              </a:rPr>
              <a:t>17 / 17</a:t>
            </a:r>
          </a:p>
        </p:txBody>
      </p:sp>
      <p:graphicFrame>
        <p:nvGraphicFramePr>
          <p:cNvPr id="5" name="">
            <a:extLst xmlns:a="http://schemas.openxmlformats.org/drawingml/2006/main">
              <a:ext uri="{FF2B5EF4-FFF2-40B4-BE49-F238E27FC236}">
                <a16:creationId xmlns:a16="http://schemas.microsoft.com/office/drawing/2014/main" id="{FE9C38BD-C5EB-491E-915F-78366B9C610E}"/>
              </a:ext>
            </a:extLst>
          </p:cNvPr>
          <p:cNvGraphicFramePr/>
          <p:nvPr/>
        </p:nvGraphicFramePr>
        <p:xfrm>
          <a:off xmlns:a="http://schemas.openxmlformats.org/drawingml/2006/main" x="609600" y="2095500"/>
          <a:ext xmlns:a="http://schemas.openxmlformats.org/drawingml/2006/main" cx="10953750" cy="3714750"/>
        </p:xfrm>
        <a:graphic xmlns:a="http://schemas.openxmlformats.org/drawingml/2006/main">
          <a:graphicData uri="http://schemas.openxmlformats.org/drawingml/2006/table">
            <a:tbl>
              <a:tblPr/>
              <a:tblGrid>
                <a:gridCol w="2857500"/>
                <a:gridCol w="8096250"/>
              </a:tblGrid>
              <a:tr h="464344">
                <a:tc>
                  <a:txBody>
                    <a:bodyPr lIns="95250" tIns="95250" rIns="95250" bIns="95250"/>
                    <a:lstStyle/>
                    <a:p>
                      <a:r>
                        <a:rPr sz="1575" b="1">
                          <a:solidFill>
                            <a:srgbClr val="FFFFFF"/>
                          </a:solidFill>
                          <a:latin typeface="맑은 고딕"/>
                          <a:ea typeface="맑은 고딕"/>
                          <a:cs typeface="맑은 고딕"/>
                        </a:rPr>
                        <a:t>기술 요소</a:t>
                      </a:r>
                    </a:p>
                  </a:txBody>
                  <a:tcPr marL="91440" marR="91440" marT="45720" marB="45720" anchor="ctr">
                    <a:lnL w="9525">
                      <a:solidFill>
                        <a:srgbClr val="D8E3E7"/>
                      </a:solidFill>
                      <a:prstDash val="solid"/>
                    </a:lnL>
                    <a:lnR w="9525">
                      <a:solidFill>
                        <a:srgbClr val="D8E3E7"/>
                      </a:solidFill>
                      <a:prstDash val="solid"/>
                    </a:lnR>
                    <a:lnT w="9525">
                      <a:solidFill>
                        <a:srgbClr val="D8E3E7"/>
                      </a:solidFill>
                      <a:prstDash val="solid"/>
                    </a:lnT>
                    <a:lnB w="9525">
                      <a:solidFill>
                        <a:srgbClr val="D8E3E7"/>
                      </a:solidFill>
                      <a:prstDash val="solid"/>
                    </a:lnB>
                    <a:solidFill>
                      <a:srgbClr val="147D82"/>
                    </a:solidFill>
                  </a:tcPr>
                </a:tc>
                <a:tc>
                  <a:txBody>
                    <a:bodyPr lIns="95250" tIns="95250" rIns="95250" bIns="95250"/>
                    <a:lstStyle/>
                    <a:p>
                      <a:r>
                        <a:rPr sz="1575" b="1">
                          <a:solidFill>
                            <a:srgbClr val="FFFFFF"/>
                          </a:solidFill>
                          <a:latin typeface="맑은 고딕"/>
                          <a:ea typeface="맑은 고딕"/>
                          <a:cs typeface="맑은 고딕"/>
                        </a:rPr>
                        <a:t>구현과 확인</a:t>
                      </a:r>
                    </a:p>
                  </a:txBody>
                  <a:tcPr marL="91440" marR="91440" marT="45720" marB="45720" anchor="ctr">
                    <a:lnR w="9525">
                      <a:solidFill>
                        <a:srgbClr val="D8E3E7"/>
                      </a:solidFill>
                      <a:prstDash val="solid"/>
                    </a:lnR>
                    <a:lnT w="9525">
                      <a:solidFill>
                        <a:srgbClr val="D8E3E7"/>
                      </a:solidFill>
                      <a:prstDash val="solid"/>
                    </a:lnT>
                    <a:lnB w="9525">
                      <a:solidFill>
                        <a:srgbClr val="D8E3E7"/>
                      </a:solidFill>
                      <a:prstDash val="solid"/>
                    </a:lnB>
                    <a:solidFill>
                      <a:srgbClr val="147D82"/>
                    </a:solidFill>
                  </a:tcPr>
                </a:tc>
              </a:tr>
              <a:tr h="464344">
                <a:tc>
                  <a:txBody>
                    <a:bodyPr lIns="95250" tIns="95250" rIns="95250" bIns="95250"/>
                    <a:lstStyle/>
                    <a:p>
                      <a:r>
                        <a:rPr sz="1575" b="0">
                          <a:solidFill>
                            <a:srgbClr val="173A49"/>
                          </a:solidFill>
                          <a:latin typeface="맑은 고딕"/>
                          <a:ea typeface="맑은 고딕"/>
                          <a:cs typeface="맑은 고딕"/>
                        </a:rPr>
                        <a:t>Multi-Agent · LangGraph</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95250" tIns="95250" rIns="95250" bIns="95250"/>
                    <a:lstStyle/>
                    <a:p>
                      <a:r>
                        <a:rPr sz="1575" b="0">
                          <a:solidFill>
                            <a:srgbClr val="173A49"/>
                          </a:solidFill>
                          <a:latin typeface="맑은 고딕"/>
                          <a:ea typeface="맑은 고딕"/>
                          <a:cs typeface="맑은 고딕"/>
                        </a:rPr>
                        <a:t>점검·검색·계획 역할 연결 / 로컬 Qwen 설명</a:t>
                      </a:r>
                    </a:p>
                  </a:txBody>
                  <a:tcPr marL="91440" marR="91440" marT="45720" marB="45720" anchor="ctr">
                    <a:lnR w="9525">
                      <a:solidFill>
                        <a:srgbClr val="D8E3E7"/>
                      </a:solidFill>
                      <a:prstDash val="solid"/>
                    </a:lnR>
                    <a:lnB w="9525">
                      <a:solidFill>
                        <a:srgbClr val="D8E3E7"/>
                      </a:solidFill>
                      <a:prstDash val="solid"/>
                    </a:lnB>
                    <a:solidFill>
                      <a:srgbClr val="FFFFFF"/>
                    </a:solidFill>
                  </a:tcPr>
                </a:tc>
              </a:tr>
              <a:tr h="464344">
                <a:tc>
                  <a:txBody>
                    <a:bodyPr lIns="95250" tIns="95250" rIns="95250" bIns="95250"/>
                    <a:lstStyle/>
                    <a:p>
                      <a:r>
                        <a:rPr sz="1575" b="0">
                          <a:solidFill>
                            <a:srgbClr val="173A49"/>
                          </a:solidFill>
                          <a:latin typeface="맑은 고딕"/>
                          <a:ea typeface="맑은 고딕"/>
                          <a:cs typeface="맑은 고딕"/>
                        </a:rPr>
                        <a:t>MCP</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E8F3F3"/>
                    </a:solidFill>
                  </a:tcPr>
                </a:tc>
                <a:tc>
                  <a:txBody>
                    <a:bodyPr lIns="95250" tIns="95250" rIns="95250" bIns="95250"/>
                    <a:lstStyle/>
                    <a:p>
                      <a:r>
                        <a:rPr sz="1575" b="0">
                          <a:solidFill>
                            <a:srgbClr val="173A49"/>
                          </a:solidFill>
                          <a:latin typeface="맑은 고딕"/>
                          <a:ea typeface="맑은 고딕"/>
                          <a:cs typeface="맑은 고딕"/>
                        </a:rPr>
                        <a:t>조회·계획 4개 도구와 지식 Resource</a:t>
                      </a:r>
                    </a:p>
                  </a:txBody>
                  <a:tcPr marL="91440" marR="91440" marT="45720" marB="45720" anchor="ctr">
                    <a:lnR w="9525">
                      <a:solidFill>
                        <a:srgbClr val="D8E3E7"/>
                      </a:solidFill>
                      <a:prstDash val="solid"/>
                    </a:lnR>
                    <a:lnB w="9525">
                      <a:solidFill>
                        <a:srgbClr val="D8E3E7"/>
                      </a:solidFill>
                      <a:prstDash val="solid"/>
                    </a:lnB>
                    <a:solidFill>
                      <a:srgbClr val="E8F3F3"/>
                    </a:solidFill>
                  </a:tcPr>
                </a:tc>
              </a:tr>
              <a:tr h="464344">
                <a:tc>
                  <a:txBody>
                    <a:bodyPr lIns="95250" tIns="95250" rIns="95250" bIns="95250"/>
                    <a:lstStyle/>
                    <a:p>
                      <a:r>
                        <a:rPr sz="1575" b="0">
                          <a:solidFill>
                            <a:srgbClr val="173A49"/>
                          </a:solidFill>
                          <a:latin typeface="맑은 고딕"/>
                          <a:ea typeface="맑은 고딕"/>
                          <a:cs typeface="맑은 고딕"/>
                        </a:rPr>
                        <a:t>RAG</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95250" tIns="95250" rIns="95250" bIns="95250"/>
                    <a:lstStyle/>
                    <a:p>
                      <a:r>
                        <a:rPr sz="1575" b="0">
                          <a:solidFill>
                            <a:srgbClr val="173A49"/>
                          </a:solidFill>
                          <a:latin typeface="맑은 고딕"/>
                          <a:ea typeface="맑은 고딕"/>
                          <a:cs typeface="맑은 고딕"/>
                        </a:rPr>
                        <a:t>BGE-M3 임베딩 / FAISS 검색 / Qwen에 근거 전달</a:t>
                      </a:r>
                    </a:p>
                  </a:txBody>
                  <a:tcPr marL="91440" marR="91440" marT="45720" marB="45720" anchor="ctr">
                    <a:lnR w="9525">
                      <a:solidFill>
                        <a:srgbClr val="D8E3E7"/>
                      </a:solidFill>
                      <a:prstDash val="solid"/>
                    </a:lnR>
                    <a:lnB w="9525">
                      <a:solidFill>
                        <a:srgbClr val="D8E3E7"/>
                      </a:solidFill>
                      <a:prstDash val="solid"/>
                    </a:lnB>
                    <a:solidFill>
                      <a:srgbClr val="FFFFFF"/>
                    </a:solidFill>
                  </a:tcPr>
                </a:tc>
              </a:tr>
              <a:tr h="464344">
                <a:tc>
                  <a:txBody>
                    <a:bodyPr lIns="95250" tIns="95250" rIns="95250" bIns="95250"/>
                    <a:lstStyle/>
                    <a:p>
                      <a:r>
                        <a:rPr sz="1575" b="0">
                          <a:solidFill>
                            <a:srgbClr val="173A49"/>
                          </a:solidFill>
                          <a:latin typeface="맑은 고딕"/>
                          <a:ea typeface="맑은 고딕"/>
                          <a:cs typeface="맑은 고딕"/>
                        </a:rPr>
                        <a:t>모듈화 · DI · 단위/API 테스트</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E8F3F3"/>
                    </a:solidFill>
                  </a:tcPr>
                </a:tc>
                <a:tc>
                  <a:txBody>
                    <a:bodyPr lIns="95250" tIns="95250" rIns="95250" bIns="95250"/>
                    <a:lstStyle/>
                    <a:p>
                      <a:r>
                        <a:rPr sz="1575" b="0">
                          <a:solidFill>
                            <a:srgbClr val="173A49"/>
                          </a:solidFill>
                          <a:latin typeface="맑은 고딕"/>
                          <a:ea typeface="맑은 고딕"/>
                          <a:cs typeface="맑은 고딕"/>
                        </a:rPr>
                        <a:t>학습·점검·저장 분리 / 의존성 주입 / 52개 통과</a:t>
                      </a:r>
                    </a:p>
                  </a:txBody>
                  <a:tcPr marL="91440" marR="91440" marT="45720" marB="45720" anchor="ctr">
                    <a:lnR w="9525">
                      <a:solidFill>
                        <a:srgbClr val="D8E3E7"/>
                      </a:solidFill>
                      <a:prstDash val="solid"/>
                    </a:lnR>
                    <a:lnB w="9525">
                      <a:solidFill>
                        <a:srgbClr val="D8E3E7"/>
                      </a:solidFill>
                      <a:prstDash val="solid"/>
                    </a:lnB>
                    <a:solidFill>
                      <a:srgbClr val="E8F3F3"/>
                    </a:solidFill>
                  </a:tcPr>
                </a:tc>
              </a:tr>
              <a:tr h="464344">
                <a:tc>
                  <a:txBody>
                    <a:bodyPr lIns="95250" tIns="95250" rIns="95250" bIns="95250"/>
                    <a:lstStyle/>
                    <a:p>
                      <a:r>
                        <a:rPr sz="1575" b="0">
                          <a:solidFill>
                            <a:srgbClr val="173A49"/>
                          </a:solidFill>
                          <a:latin typeface="맑은 고딕"/>
                          <a:ea typeface="맑은 고딕"/>
                          <a:cs typeface="맑은 고딕"/>
                        </a:rPr>
                        <a:t>LangSmith</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95250" tIns="95250" rIns="95250" bIns="95250"/>
                    <a:lstStyle/>
                    <a:p>
                      <a:r>
                        <a:rPr sz="1575" b="0">
                          <a:solidFill>
                            <a:srgbClr val="173A49"/>
                          </a:solidFill>
                          <a:latin typeface="맑은 고딕"/>
                          <a:ea typeface="맑은 고딕"/>
                          <a:cs typeface="맑은 고딕"/>
                        </a:rPr>
                        <a:t>APAC 실제 계획 생성·하위 실행 API 재조회</a:t>
                      </a:r>
                    </a:p>
                  </a:txBody>
                  <a:tcPr marL="91440" marR="91440" marT="45720" marB="45720" anchor="ctr">
                    <a:lnR w="9525">
                      <a:solidFill>
                        <a:srgbClr val="D8E3E7"/>
                      </a:solidFill>
                      <a:prstDash val="solid"/>
                    </a:lnR>
                    <a:lnB w="9525">
                      <a:solidFill>
                        <a:srgbClr val="D8E3E7"/>
                      </a:solidFill>
                      <a:prstDash val="solid"/>
                    </a:lnB>
                    <a:solidFill>
                      <a:srgbClr val="FFFFFF"/>
                    </a:solidFill>
                  </a:tcPr>
                </a:tc>
              </a:tr>
              <a:tr h="464344">
                <a:tc>
                  <a:txBody>
                    <a:bodyPr lIns="95250" tIns="95250" rIns="95250" bIns="95250"/>
                    <a:lstStyle/>
                    <a:p>
                      <a:r>
                        <a:rPr sz="1575" b="0">
                          <a:solidFill>
                            <a:srgbClr val="173A49"/>
                          </a:solidFill>
                          <a:latin typeface="맑은 고딕"/>
                          <a:ea typeface="맑은 고딕"/>
                          <a:cs typeface="맑은 고딕"/>
                        </a:rPr>
                        <a:t>LLM-as-a-Judge</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E8F3F3"/>
                    </a:solidFill>
                  </a:tcPr>
                </a:tc>
                <a:tc>
                  <a:txBody>
                    <a:bodyPr lIns="95250" tIns="95250" rIns="95250" bIns="95250"/>
                    <a:lstStyle/>
                    <a:p>
                      <a:r>
                        <a:rPr sz="1575" b="0">
                          <a:solidFill>
                            <a:srgbClr val="173A49"/>
                          </a:solidFill>
                          <a:latin typeface="맑은 고딕"/>
                          <a:ea typeface="맑은 고딕"/>
                          <a:cs typeface="맑은 고딕"/>
                        </a:rPr>
                        <a:t>개발 예제 8개 중 6개 판정 일치 / 오판 보존</a:t>
                      </a:r>
                    </a:p>
                  </a:txBody>
                  <a:tcPr marL="91440" marR="91440" marT="45720" marB="45720" anchor="ctr">
                    <a:lnR w="9525">
                      <a:solidFill>
                        <a:srgbClr val="D8E3E7"/>
                      </a:solidFill>
                      <a:prstDash val="solid"/>
                    </a:lnR>
                    <a:lnB w="9525">
                      <a:solidFill>
                        <a:srgbClr val="D8E3E7"/>
                      </a:solidFill>
                      <a:prstDash val="solid"/>
                    </a:lnB>
                    <a:solidFill>
                      <a:srgbClr val="E8F3F3"/>
                    </a:solidFill>
                  </a:tcPr>
                </a:tc>
              </a:tr>
              <a:tr h="464344">
                <a:tc>
                  <a:txBody>
                    <a:bodyPr lIns="95250" tIns="95250" rIns="95250" bIns="95250"/>
                    <a:lstStyle/>
                    <a:p>
                      <a:r>
                        <a:rPr sz="1575" b="0">
                          <a:solidFill>
                            <a:srgbClr val="173A49"/>
                          </a:solidFill>
                          <a:latin typeface="맑은 고딕"/>
                          <a:ea typeface="맑은 고딕"/>
                          <a:cs typeface="맑은 고딕"/>
                        </a:rPr>
                        <a:t>모델 성능 관리</a:t>
                      </a:r>
                    </a:p>
                  </a:txBody>
                  <a:tcPr marL="91440" marR="91440" marT="45720" marB="45720" anchor="ctr">
                    <a:lnL w="9525">
                      <a:solidFill>
                        <a:srgbClr val="D8E3E7"/>
                      </a:solidFill>
                      <a:prstDash val="solid"/>
                    </a:lnL>
                    <a:lnR w="9525">
                      <a:solidFill>
                        <a:srgbClr val="D8E3E7"/>
                      </a:solidFill>
                      <a:prstDash val="solid"/>
                    </a:lnR>
                    <a:lnB w="9525">
                      <a:solidFill>
                        <a:srgbClr val="D8E3E7"/>
                      </a:solidFill>
                      <a:prstDash val="solid"/>
                    </a:lnB>
                    <a:solidFill>
                      <a:srgbClr val="FFFFFF"/>
                    </a:solidFill>
                  </a:tcPr>
                </a:tc>
                <a:tc>
                  <a:txBody>
                    <a:bodyPr lIns="95250" tIns="95250" rIns="95250" bIns="95250"/>
                    <a:lstStyle/>
                    <a:p>
                      <a:r>
                        <a:rPr sz="1575" b="0">
                          <a:solidFill>
                            <a:srgbClr val="173A49"/>
                          </a:solidFill>
                          <a:latin typeface="맑은 고딕"/>
                          <a:ea typeface="맑은 고딕"/>
                          <a:cs typeface="맑은 고딕"/>
                        </a:rPr>
                        <a:t>새 정답 배치 점검 / 승인 재학습 / 전후 비교·후보 저장</a:t>
                      </a:r>
                    </a:p>
                  </a:txBody>
                  <a:tcPr marL="91440" marR="91440" marT="45720" marB="45720" anchor="ctr">
                    <a:lnR w="9525">
                      <a:solidFill>
                        <a:srgbClr val="D8E3E7"/>
                      </a:solidFill>
                      <a:prstDash val="solid"/>
                    </a:lnR>
                    <a:lnB w="9525">
                      <a:solidFill>
                        <a:srgbClr val="D8E3E7"/>
                      </a:solidFill>
                      <a:prstDash val="solid"/>
                    </a:lnB>
                    <a:solidFill>
                      <a:srgbClr val="FFFFFF"/>
                    </a:solidFill>
                  </a:tcPr>
                </a:tc>
              </a:tr>
            </a:tbl>
          </a:graphicData>
        </a:graphic>
      </p:graphicFrame>
    </p:spTree>
    <p:extLst>
      <p:ext uri="{BB962C8B-B14F-4D97-AF65-F5344CB8AC3E}">
        <p14:creationId xmlns:p14="http://schemas.microsoft.com/office/powerpoint/2010/main" val="44289130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2026-10-22T02:53:03.4900000Z</dcterms:created>
  <dcterms:modified xsi:type="dcterms:W3CDTF">2026-10-22T02:53:03.4900000Z</dcterms:modified>
</coreProperties>
</file>