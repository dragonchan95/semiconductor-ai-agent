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c234d9e2f224214" /><Relationship Type="http://schemas.openxmlformats.org/officeDocument/2006/relationships/extended-properties" Target="/docProps/app.xml" Id="R40dd04b6be414cb3" /><Relationship Type="http://schemas.openxmlformats.org/officeDocument/2006/relationships/officeDocument" Target="/ppt/presentation.xml" Id="R3aae9c9600f84c59" /></Relationships>
</file>

<file path=ppt/presentation.xml><?xml version="1.0" encoding="utf-8"?>
<p:presentation xmlns:p="http://schemas.openxmlformats.org/presentationml/2006/main">
  <p:sldMasterIdLst>
    <p:sldMasterId xmlns:r="http://schemas.openxmlformats.org/officeDocument/2006/relationships" id="2147483648" r:id="Rf3807c18841a4539"/>
  </p:sldMasterIdLst>
  <p:notesMasterIdLst>
    <p:notesMasterId xmlns:r="http://schemas.openxmlformats.org/officeDocument/2006/relationships" r:id="R73f0251d94fc4341"/>
  </p:notesMasterIdLst>
  <p:sldIdLst>
    <p:sldId xmlns:r="http://schemas.openxmlformats.org/officeDocument/2006/relationships" id="256" r:id="Rb89a72368fc54231"/>
    <p:sldId xmlns:r="http://schemas.openxmlformats.org/officeDocument/2006/relationships" id="257" r:id="R153ddc5cda414578"/>
    <p:sldId xmlns:r="http://schemas.openxmlformats.org/officeDocument/2006/relationships" id="258" r:id="R455b58e83c3a4918"/>
    <p:sldId xmlns:r="http://schemas.openxmlformats.org/officeDocument/2006/relationships" id="259" r:id="R67ff791c4fcf4a33"/>
    <p:sldId xmlns:r="http://schemas.openxmlformats.org/officeDocument/2006/relationships" id="260" r:id="R6b819e48257b4a6e"/>
    <p:sldId xmlns:r="http://schemas.openxmlformats.org/officeDocument/2006/relationships" id="261" r:id="R00cd76a5f7624273"/>
    <p:sldId xmlns:r="http://schemas.openxmlformats.org/officeDocument/2006/relationships" id="262" r:id="R1a6bd8ad3ce94c4f"/>
    <p:sldId xmlns:r="http://schemas.openxmlformats.org/officeDocument/2006/relationships" id="263" r:id="Rb98ce67d35524d5f"/>
    <p:sldId xmlns:r="http://schemas.openxmlformats.org/officeDocument/2006/relationships" id="264" r:id="Red977613fffc483f"/>
    <p:sldId xmlns:r="http://schemas.openxmlformats.org/officeDocument/2006/relationships" id="265" r:id="Red54b53e75694c65"/>
    <p:sldId xmlns:r="http://schemas.openxmlformats.org/officeDocument/2006/relationships" id="266" r:id="R671a1c2fd59a448a"/>
    <p:sldId xmlns:r="http://schemas.openxmlformats.org/officeDocument/2006/relationships" id="267" r:id="R9e618494b7504f78"/>
    <p:sldId xmlns:r="http://schemas.openxmlformats.org/officeDocument/2006/relationships" id="268" r:id="R7d260abc46c84622"/>
    <p:sldId xmlns:r="http://schemas.openxmlformats.org/officeDocument/2006/relationships" id="269" r:id="R71c0337d60004d53"/>
    <p:sldId xmlns:r="http://schemas.openxmlformats.org/officeDocument/2006/relationships" id="270" r:id="Raf5b0964e20c4e8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639a41a04224c1e" /><Relationship Type="http://schemas.openxmlformats.org/officeDocument/2006/relationships/slideMaster" Target="/ppt/slideMasters/slideMaster1.xml" Id="Rf3807c18841a4539" /><Relationship Type="http://schemas.openxmlformats.org/officeDocument/2006/relationships/notesMaster" Target="/ppt/notesMasters/notesMaster1.xml" Id="R73f0251d94fc4341" /><Relationship Type="http://schemas.openxmlformats.org/officeDocument/2006/relationships/presProps" Target="/ppt/presProps.xml" Id="Rd25bdff6df5440e7" /><Relationship Type="http://schemas.openxmlformats.org/officeDocument/2006/relationships/tableStyles" Target="/ppt/tableStyles.xml" Id="R0d4d71c9a2274685" /><Relationship Type="http://schemas.openxmlformats.org/officeDocument/2006/relationships/slide" Target="/ppt/slides/slide1.xml" Id="Rb89a72368fc54231" /><Relationship Type="http://schemas.openxmlformats.org/officeDocument/2006/relationships/slide" Target="/ppt/slides/slide2.xml" Id="R153ddc5cda414578" /><Relationship Type="http://schemas.openxmlformats.org/officeDocument/2006/relationships/slide" Target="/ppt/slides/slide3.xml" Id="R455b58e83c3a4918" /><Relationship Type="http://schemas.openxmlformats.org/officeDocument/2006/relationships/slide" Target="/ppt/slides/slide4.xml" Id="R67ff791c4fcf4a33" /><Relationship Type="http://schemas.openxmlformats.org/officeDocument/2006/relationships/slide" Target="/ppt/slides/slide5.xml" Id="R6b819e48257b4a6e" /><Relationship Type="http://schemas.openxmlformats.org/officeDocument/2006/relationships/slide" Target="/ppt/slides/slide6.xml" Id="R00cd76a5f7624273" /><Relationship Type="http://schemas.openxmlformats.org/officeDocument/2006/relationships/slide" Target="/ppt/slides/slide7.xml" Id="R1a6bd8ad3ce94c4f" /><Relationship Type="http://schemas.openxmlformats.org/officeDocument/2006/relationships/slide" Target="/ppt/slides/slide8.xml" Id="Rb98ce67d35524d5f" /><Relationship Type="http://schemas.openxmlformats.org/officeDocument/2006/relationships/slide" Target="/ppt/slides/slide9.xml" Id="Red977613fffc483f" /><Relationship Type="http://schemas.openxmlformats.org/officeDocument/2006/relationships/slide" Target="/ppt/slides/slide10.xml" Id="Red54b53e75694c65" /><Relationship Type="http://schemas.openxmlformats.org/officeDocument/2006/relationships/slide" Target="/ppt/slides/slide11.xml" Id="R671a1c2fd59a448a" /><Relationship Type="http://schemas.openxmlformats.org/officeDocument/2006/relationships/slide" Target="/ppt/slides/slide12.xml" Id="R9e618494b7504f78" /><Relationship Type="http://schemas.openxmlformats.org/officeDocument/2006/relationships/slide" Target="/ppt/slides/slide13.xml" Id="R7d260abc46c84622" /><Relationship Type="http://schemas.openxmlformats.org/officeDocument/2006/relationships/slide" Target="/ppt/slides/slide14.xml" Id="R71c0337d60004d53" /><Relationship Type="http://schemas.openxmlformats.org/officeDocument/2006/relationships/slide" Target="/ppt/slides/slide15.xml" Id="Raf5b0964e20c4e8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a564412390546d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ple SD Gothic Neo"/>
        <a:ea typeface=""/>
        <a:cs typeface=""/>
      </a:majorFont>
      <a:minorFont>
        <a:latin typeface="Apple SD Gothic Neo"/>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5924d89329f47ab" /><Relationship Type="http://schemas.openxmlformats.org/officeDocument/2006/relationships/notesMaster" Target="/ppt/notesMasters/notesMaster1.xml" Id="R4adf7e8a930c4e66" /></Relationships>
</file>

<file path=ppt/notesSlides/_rels/notesSlide2.xml.rels>&#65279;<?xml version="1.0" encoding="utf-8"?><Relationships xmlns="http://schemas.openxmlformats.org/package/2006/relationships"><Relationship Type="http://schemas.openxmlformats.org/officeDocument/2006/relationships/slide" Target="/ppt/slides/slide2.xml" Id="R620476bcbdd94671" /><Relationship Type="http://schemas.openxmlformats.org/officeDocument/2006/relationships/notesMaster" Target="/ppt/notesMasters/notesMaster1.xml" Id="R3e35b9d86d1848e6" /></Relationships>
</file>

<file path=ppt/notesSlides/_rels/notesSlide3.xml.rels>&#65279;<?xml version="1.0" encoding="utf-8"?><Relationships xmlns="http://schemas.openxmlformats.org/package/2006/relationships"><Relationship Type="http://schemas.openxmlformats.org/officeDocument/2006/relationships/slide" Target="/ppt/slides/slide3.xml" Id="R82e47d1ee2bd4a5b" /><Relationship Type="http://schemas.openxmlformats.org/officeDocument/2006/relationships/notesMaster" Target="/ppt/notesMasters/notesMaster1.xml" Id="Rb9ddc60086bc40f1" /></Relationships>
</file>

<file path=ppt/notesSlides/_rels/notesSlide4.xml.rels>&#65279;<?xml version="1.0" encoding="utf-8"?><Relationships xmlns="http://schemas.openxmlformats.org/package/2006/relationships"><Relationship Type="http://schemas.openxmlformats.org/officeDocument/2006/relationships/slide" Target="/ppt/slides/slide4.xml" Id="R5447824b62d343be" /><Relationship Type="http://schemas.openxmlformats.org/officeDocument/2006/relationships/notesMaster" Target="/ppt/notesMasters/notesMaster1.xml" Id="R1dfb65bba1424da4" /></Relationships>
</file>

<file path=ppt/notesSlides/_rels/notesSlide5.xml.rels>&#65279;<?xml version="1.0" encoding="utf-8"?><Relationships xmlns="http://schemas.openxmlformats.org/package/2006/relationships"><Relationship Type="http://schemas.openxmlformats.org/officeDocument/2006/relationships/slide" Target="/ppt/slides/slide5.xml" Id="R804642614e9d408d" /><Relationship Type="http://schemas.openxmlformats.org/officeDocument/2006/relationships/notesMaster" Target="/ppt/notesMasters/notesMaster1.xml" Id="R16595fe1a4e24506" /></Relationships>
</file>

<file path=ppt/notesSlides/_rels/notesSlide6.xml.rels>&#65279;<?xml version="1.0" encoding="utf-8"?><Relationships xmlns="http://schemas.openxmlformats.org/package/2006/relationships"><Relationship Type="http://schemas.openxmlformats.org/officeDocument/2006/relationships/slide" Target="/ppt/slides/slide6.xml" Id="Re009f06b3b27473d" /><Relationship Type="http://schemas.openxmlformats.org/officeDocument/2006/relationships/notesMaster" Target="/ppt/notesMasters/notesMaster1.xml" Id="Rdca8794fa3f74ba6" /></Relationships>
</file>

<file path=ppt/notesSlides/_rels/notesSlide7.xml.rels>&#65279;<?xml version="1.0" encoding="utf-8"?><Relationships xmlns="http://schemas.openxmlformats.org/package/2006/relationships"><Relationship Type="http://schemas.openxmlformats.org/officeDocument/2006/relationships/slide" Target="/ppt/slides/slide7.xml" Id="R7982bf7337ca4a4c" /><Relationship Type="http://schemas.openxmlformats.org/officeDocument/2006/relationships/notesMaster" Target="/ppt/notesMasters/notesMaster1.xml" Id="Rf7c8ffa526a84f3a" /></Relationships>
</file>

<file path=ppt/notesSlides/_rels/notesSlide8.xml.rels>&#65279;<?xml version="1.0" encoding="utf-8"?><Relationships xmlns="http://schemas.openxmlformats.org/package/2006/relationships"><Relationship Type="http://schemas.openxmlformats.org/officeDocument/2006/relationships/slide" Target="/ppt/slides/slide8.xml" Id="R9a972f8138dd4552" /><Relationship Type="http://schemas.openxmlformats.org/officeDocument/2006/relationships/notesMaster" Target="/ppt/notesMasters/notesMaster1.xml" Id="Ra2b64e413b3548a2" /></Relationships>
</file>

<file path=ppt/notesSlides/_rels/notesSlide9.xml.rels>&#65279;<?xml version="1.0" encoding="utf-8"?><Relationships xmlns="http://schemas.openxmlformats.org/package/2006/relationships"><Relationship Type="http://schemas.openxmlformats.org/officeDocument/2006/relationships/slide" Target="/ppt/slides/slide9.xml" Id="R08a4cdfccf1f4e90" /><Relationship Type="http://schemas.openxmlformats.org/officeDocument/2006/relationships/notesMaster" Target="/ppt/notesMasters/notesMaster1.xml" Id="R5c883909b9a64e9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9c44e2c6c634324" /><Relationship Type="http://schemas.openxmlformats.org/officeDocument/2006/relationships/notesMaster" Target="/ppt/notesMasters/notesMaster1.xml" Id="R38b62370f76748b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2211f470e624eb2" /><Relationship Type="http://schemas.openxmlformats.org/officeDocument/2006/relationships/notesMaster" Target="/ppt/notesMasters/notesMaster1.xml" Id="Rdbadec4eb5f94c4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71a693bfd654528" /><Relationship Type="http://schemas.openxmlformats.org/officeDocument/2006/relationships/notesMaster" Target="/ppt/notesMasters/notesMaster1.xml" Id="Re862611c2d23496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26e7799e97849a3" /><Relationship Type="http://schemas.openxmlformats.org/officeDocument/2006/relationships/notesMaster" Target="/ppt/notesMasters/notesMaster1.xml" Id="R7574b07094d549a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df85c2f096a4dfe" /><Relationship Type="http://schemas.openxmlformats.org/officeDocument/2006/relationships/notesMaster" Target="/ppt/notesMasters/notesMaster1.xml" Id="Rd4f76bd02f084998"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6dc88c286964e60" /><Relationship Type="http://schemas.openxmlformats.org/officeDocument/2006/relationships/notesMaster" Target="/ppt/notesMasters/notesMaster1.xml" Id="R183f01335a31498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안녕하세요. G045 김용찬입니다. 반도체 검사 모델 실험 도우미를 만들었습니다. 데이터를 넣으면 모델 비교 계획을 제안하고, 엔지니어가 승인하면 실제 학습하는 Agent입니다.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새 검사 데이터에 어떤 모델을 쓸지 결정하는 상황입니다. 데이터 선택, 계획 확인, 승인과 학습, 결과 확인까지 한 실험으로 이어집니다. 합성 센서 사례로 처음부터 결론까지 보여 드리겠습니다. 반복 실험을 돕는 기능이며 실제 작업 시간 절감은 아직 측정하지 않았습니다.</a:t>
            </a:r>
          </a:p>
          <a:p xmlns:a="http://schemas.openxmlformats.org/drawingml/2006/main">
            <a:r>
              <a:t/>
            </a:r>
          </a:p>
          <a:p xmlns:a="http://schemas.openxmlformats.org/drawingml/2006/main">
            <a:r>
              <a:t>출처</a:t>
            </a:r>
          </a:p>
          <a:p xmlns:a="http://schemas.openxmlformats.org/drawingml/2006/main">
            <a:r>
              <a:t>https://news.skhynix.com/en/the-past-present-and-future-of-data-science-organization-at-sk-hynix/</a:t>
            </a:r>
          </a:p>
          <a:p xmlns:a="http://schemas.openxmlformats.org/drawingml/2006/main">
            <a:r>
              <a:t>app/workbench.py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오른쪽 제품 A부터D의 합성 센서1,280건을 선택합니다. 불량 정답은201건입니다. 비교 목표를 정한 뒤 비교 계획 제안받기를 누릅니다. A부터D는 가상 제품이고 가운데 UCI SECOM은 실제 공개 반도체 센서 자료입니다. 내 센서 CSV나 이미지 ZIP도 등록할 수 있습니다.</a:t>
            </a:r>
          </a:p>
          <a:p xmlns:a="http://schemas.openxmlformats.org/drawingml/2006/main">
            <a:r>
              <a:t/>
            </a:r>
          </a:p>
          <a:p xmlns:a="http://schemas.openxmlformats.org/drawingml/2006/main">
            <a:r>
              <a:t>출처</a:t>
            </a:r>
          </a:p>
          <a:p xmlns:a="http://schemas.openxmlformats.org/drawingml/2006/main">
            <a:r>
              <a:t>https://archive.ics.uci.edu/dataset/179/secom</a:t>
            </a:r>
          </a:p>
          <a:p xmlns:a="http://schemas.openxmlformats.org/drawingml/2006/main">
            <a:r>
              <a:t>app/data.py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Agent가 빈 값과 불량 비율을 확인하고 전처리 이유와 비교 계획을 제안합니다. SVM이나 KNN에는 단위를 맞추는 Scaling을, 불량 부족에는 학습 가중치나 복제를 비교합니다. 수업에서 배운6대2대2로 나눠 고정합니다. 교육 모델 열두 종류와 제품 조합을 최대 쉰두 조건까지 비교하고, 여기 승인 버튼을 눌러야 학습합니다. 검출률90퍼센트와 정상 오판15퍼센트는 회사 기준이 아닌 시연 목표입니다.</a:t>
            </a:r>
          </a:p>
          <a:p xmlns:a="http://schemas.openxmlformats.org/drawingml/2006/main">
            <a:r>
              <a:t/>
            </a:r>
          </a:p>
          <a:p xmlns:a="http://schemas.openxmlformats.org/drawingml/2006/main">
            <a:r>
              <a:t>출처</a:t>
            </a:r>
          </a:p>
          <a:p xmlns:a="http://schemas.openxmlformats.org/drawingml/2006/main">
            <a:r>
              <a:t>app/data.py</a:t>
            </a:r>
          </a:p>
          <a:p xmlns:a="http://schemas.openxmlformats.org/drawingml/2006/main">
            <a:r>
              <a:t>app/catalog.py</a:t>
            </a:r>
          </a:p>
          <a:p xmlns:a="http://schemas.openxmlformats.org/drawingml/2006/main">
            <a:r>
              <a:t>docs/CURRICULUM_MODELS.md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앞에서 승인한 실험의 결론입니다. CatBoost를 A+B+C로 학습한 후보가 선택됐습니다. 별도 Test에서 불량32개 중27개를 찾아 Recall84.4%입니다. 시연 목표 미달·추가 실험 필요라고 알려 줍니다. 후보 선정과 생산 적용은 다릅니다.</a:t>
            </a:r>
          </a:p>
          <a:p xmlns:a="http://schemas.openxmlformats.org/drawingml/2006/main">
            <a:r>
              <a:t/>
            </a:r>
          </a:p>
          <a:p xmlns:a="http://schemas.openxmlformats.org/drawingml/2006/main">
            <a:r>
              <a:t>출처</a:t>
            </a:r>
          </a:p>
          <a:p xmlns:a="http://schemas.openxmlformats.org/drawingml/2006/main">
            <a:r>
              <a:t>docs/evaluation/synthetic_process.json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불량을 놓치면 안 되므로 Recall을 우선합니다. 불량 열 개 중 아홉 개를 찾으면 Recall90퍼센트이고 놓친 한 개가 FN입니다. 정상인데 불량으로 판정한 것은 FP, 정상 오판입니다. 전부 불량이라고 해도 Recall은 높아지므로 정상 오판을 함께 봅니다. Precision과 F1은 보조 지표로 확인합니다.</a:t>
            </a:r>
          </a:p>
          <a:p xmlns:a="http://schemas.openxmlformats.org/drawingml/2006/main">
            <a:r>
              <a:t/>
            </a:r>
          </a:p>
          <a:p xmlns:a="http://schemas.openxmlformats.org/drawingml/2006/main">
            <a:r>
              <a:t>출처</a:t>
            </a:r>
          </a:p>
          <a:p xmlns:a="http://schemas.openxmlformats.org/drawingml/2006/main">
            <a:r>
              <a:t>스칼라 12주차 데이터분석 Mini Project 박병선p PDF15쪽</a:t>
            </a:r>
          </a:p>
          <a:p xmlns:a="http://schemas.openxmlformats.org/drawingml/2006/main">
            <a:r>
              <a:t>사용자 제공 Recall·정상 오판 설명 스크린샷 두 장 참고. 금액 추정·폐기 단정은 사용하지 않음.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같은 Test의 Before After입니다. 불량32개 중 기본 모델은20개, 후보는27개를 찾았습니다. 정상 오판은1개에서14개로 바뀌었습니다. 불량 검출과 정상 오판을 함께 보고 판단해야 합니다. 후보 Recall84.4%는 시연 목표90퍼센트에 못 미쳐 추가 실험이 필요합니다. 합성 결과이므로 현장 수율 증가로 해석하지 않습니다.</a:t>
            </a:r>
          </a:p>
          <a:p xmlns:a="http://schemas.openxmlformats.org/drawingml/2006/main">
            <a:r>
              <a:t/>
            </a:r>
          </a:p>
          <a:p xmlns:a="http://schemas.openxmlformats.org/drawingml/2006/main">
            <a:r>
              <a:t>출처</a:t>
            </a:r>
          </a:p>
          <a:p xmlns:a="http://schemas.openxmlformats.org/drawingml/2006/main">
            <a:r>
              <a:t>docs/evaluation/synthetic_process.json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 상황입니다. 기존 모델이 있으면 같은 제품의 새 정답 데이터로 점검하고 재학습을 제안합니다. 승인 후 같은 CatBoost를 다시 학습한 합성 시연입니다. 새 배치의 같은 Test에서 불량 발견은43개에서153개, 정상 오판은96개에서79개가 됐습니다. Recall91.6%, 정상 오판률13.1%입니다. 운영 모델은 자동 교체하지 않습니다.</a:t>
            </a:r>
          </a:p>
          <a:p xmlns:a="http://schemas.openxmlformats.org/drawingml/2006/main">
            <a:r>
              <a:t/>
            </a:r>
          </a:p>
          <a:p xmlns:a="http://schemas.openxmlformats.org/drawingml/2006/main">
            <a:r>
              <a:t>출처</a:t>
            </a:r>
          </a:p>
          <a:p xmlns:a="http://schemas.openxmlformats.org/drawingml/2006/main">
            <a:r>
              <a:t>docs/evaluation/model_management.json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제품 데이터를 합칠지 따로 학습할지도 비교합니다. C의 같은 Validation에서는 C만 학습한 후보를 골랐습니다. 별도 Test의 Recall은79.1%여서 추가 데이터로 재확인 필요입니다. 제품별 학습이 항상 좋다는 결론은 아닙니다.</a:t>
            </a:r>
          </a:p>
          <a:p xmlns:a="http://schemas.openxmlformats.org/drawingml/2006/main">
            <a:r>
              <a:t/>
            </a:r>
          </a:p>
          <a:p xmlns:a="http://schemas.openxmlformats.org/drawingml/2006/main">
            <a:r>
              <a:t>출처</a:t>
            </a:r>
          </a:p>
          <a:p xmlns:a="http://schemas.openxmlformats.org/drawingml/2006/main">
            <a:r>
              <a:t>docs/evaluation/model_management.json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공개 데이터 출처는 UCI Machine Learning Repository의 SECOM입니다. McCann과 Johnston이2008년에 공개했고 DOI와 원본 링크를 적었습니다. 제조사명은 원자료에 없습니다. 실제 공개 자료에서는 Test 불량23개 중5개를 찾았습니다. 합성 시연의 개선을 실제 공장 효과로 일반화하지 않습니다.</a:t>
            </a:r>
          </a:p>
          <a:p xmlns:a="http://schemas.openxmlformats.org/drawingml/2006/main">
            <a:r>
              <a:t/>
            </a:r>
          </a:p>
          <a:p xmlns:a="http://schemas.openxmlformats.org/drawingml/2006/main">
            <a:r>
              <a:t>출처</a:t>
            </a:r>
          </a:p>
          <a:p xmlns:a="http://schemas.openxmlformats.org/drawingml/2006/main">
            <a:r>
              <a:t>https://archive.ics.uci.edu/dataset/179/secom</a:t>
            </a:r>
          </a:p>
          <a:p xmlns:a="http://schemas.openxmlformats.org/drawingml/2006/main">
            <a:r>
              <a:t>https://doi.org/10.24432/C54305</a:t>
            </a:r>
          </a:p>
          <a:p xmlns:a="http://schemas.openxmlformats.org/drawingml/2006/main">
            <a:r>
              <a:t>data/public/secom/secom.names</a:t>
            </a:r>
          </a:p>
          <a:p xmlns:a="http://schemas.openxmlformats.org/drawingml/2006/main">
            <a:r>
              <a:t>docs/evaluation/secom.json</a:t>
            </a:r>
          </a:p>
          <a:p xmlns:a="http://schemas.openxmlformats.org/drawingml/2006/main">
            <a:r>
              <a:t>docs/evaluation/images.json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앱은 계획의 이유를 제안하고 승인 후 실제 학습과 비교를 수행합니다. 역할별 Agent, RAG와 MCP를 연결했고 테스트26개를 통과했습니다. 작은 표본과 합성 데이터가 한계이며, 현장 데이터와 담당자 기준의 검증이 다음 단계입니다. 상세 기술과 지표는 부록에 넣었습니다. 감사합니다.</a:t>
            </a:r>
          </a:p>
          <a:p xmlns:a="http://schemas.openxmlformats.org/drawingml/2006/main">
            <a:r>
              <a:t/>
            </a:r>
          </a:p>
          <a:p xmlns:a="http://schemas.openxmlformats.org/drawingml/2006/main">
            <a:r>
              <a:t>출처</a:t>
            </a:r>
          </a:p>
          <a:p xmlns:a="http://schemas.openxmlformats.org/drawingml/2006/main">
            <a:r>
              <a:t>docs/evaluation/tests.txt</a:t>
            </a:r>
          </a:p>
          <a:p xmlns:a="http://schemas.openxmlformats.org/drawingml/2006/main">
            <a:r>
              <a:t>https://news.skhynix.com/en/the-past-present-and-future-of-data-science-organization-at-sk-hynix/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현재 RAG는 교육·공개 근거 요약문14개를 검색합니다. 새 모델을 외부에서 자동 발굴하는 기능은 확장 설계입니다. 실험 엔진이 수치를 계산하고 LLM은 허용 코드·출처 검사를 거칩니다. 실제 실행 상태: DataQualityAgent:verified / ExperimentPlannerAgent:verified / ResultCriticAgent:fallback. 이 검사는 자유 추론의 모든 사실성을 보장하지 않습니다.</a:t>
            </a:r>
          </a:p>
          <a:p xmlns:a="http://schemas.openxmlformats.org/drawingml/2006/main">
            <a:r>
              <a:t/>
            </a:r>
          </a:p>
          <a:p xmlns:a="http://schemas.openxmlformats.org/drawingml/2006/main">
            <a:r>
              <a:t>출처</a:t>
            </a:r>
          </a:p>
          <a:p xmlns:a="http://schemas.openxmlformats.org/drawingml/2006/main">
            <a:r>
              <a:t>docs/evaluation/agent_integration.json</a:t>
            </a:r>
          </a:p>
          <a:p xmlns:a="http://schemas.openxmlformats.org/drawingml/2006/main">
            <a:r>
              <a:t>app/planner.py</a:t>
            </a:r>
          </a:p>
          <a:p xmlns:a="http://schemas.openxmlformats.org/drawingml/2006/main">
            <a:r>
              <a:t>app/advisors.py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수업 기준에 맞춰6대2대2를 사전에 고정했습니다. 합성 센서 전체 학습 풀은768개이고 선택 후보는 그중A+B+C의544개를 학습했습니다. SECOM은 날짜 블록60/20/20을 나눠 실제 행 수는[820, 367, 380]개입니다. 원자료의 제조사명은 제공되지 않습니다. 반복 Validation 비교와 단일 seed의 한계가 있어 독립 기간 평가가 필요합니다. Recall=TP/(TP+FN), Precision=TP/(TP+FP), F1=2TP/(2TP+FP+FN), 정상 오판률=FP/(FP+TN)입니다.</a:t>
            </a:r>
          </a:p>
          <a:p xmlns:a="http://schemas.openxmlformats.org/drawingml/2006/main">
            <a:r>
              <a:t/>
            </a:r>
          </a:p>
          <a:p xmlns:a="http://schemas.openxmlformats.org/drawingml/2006/main">
            <a:r>
              <a:t>출처</a:t>
            </a:r>
          </a:p>
          <a:p xmlns:a="http://schemas.openxmlformats.org/drawingml/2006/main">
            <a:r>
              <a:t>app/data.py</a:t>
            </a:r>
          </a:p>
          <a:p xmlns:a="http://schemas.openxmlformats.org/drawingml/2006/main">
            <a:r>
              <a:t>docs/evaluation/summary.json</a:t>
            </a:r>
          </a:p>
          <a:p xmlns:a="http://schemas.openxmlformats.org/drawingml/2006/main">
            <a:r>
              <a:t>https://scikit-learn.org/stable/modules/cross_validation.html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가중치를 비교하는 확장 설계입니다. 현재 RF·부스팅 알고리즘은 실제 사용하지만 서로 다른 모델의 예측 확률을 섞는 비율 탐색은 미구현입니다. 사전 정의한 비율과 판정값을 Validation에서 고르고 고정된 Test에서 확인합니다. 모든 문제에 통용되는 전역 최적 비율이라는 주장을 하지 않습니다. 새 모델 발굴은 외부 검색으로 공식 문서·논문·모델 카드를 모으고 RAG로 적합성 근거를 찾은 뒤 별도 승인과 adapter 검증이 필요합니다.</a:t>
            </a:r>
          </a:p>
          <a:p xmlns:a="http://schemas.openxmlformats.org/drawingml/2006/main">
            <a:r>
              <a:t/>
            </a:r>
          </a:p>
          <a:p xmlns:a="http://schemas.openxmlformats.org/drawingml/2006/main">
            <a:r>
              <a:t>출처</a:t>
            </a:r>
          </a:p>
          <a:p xmlns:a="http://schemas.openxmlformats.org/drawingml/2006/main">
            <a:r>
              <a:t>docs/MODEL_DISCOVERY_DESIGN.md</a:t>
            </a:r>
          </a:p>
          <a:p xmlns:a="http://schemas.openxmlformats.org/drawingml/2006/main">
            <a:r>
              <a:t>https://scikit-learn.org/stable/modules/ensemble.html#voting-classifier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기술 요소와 구현 위치를 연결한 표입니다. 과제의 발표 흐름은 문제, 추가 기능, 같은 입력의 Before/After, 한계입니다. 본 발표1~11장과 기술·지표 부록12~15장에 반영했습니다. 점수는 기재하지 않습니다.</a:t>
            </a:r>
          </a:p>
          <a:p xmlns:a="http://schemas.openxmlformats.org/drawingml/2006/main">
            <a:r>
              <a:t/>
            </a:r>
          </a:p>
          <a:p xmlns:a="http://schemas.openxmlformats.org/drawingml/2006/main">
            <a:r>
              <a:t>출처</a:t>
            </a:r>
          </a:p>
          <a:p xmlns:a="http://schemas.openxmlformats.org/drawingml/2006/main">
            <a:r>
              <a:t>docs/ASSIGNMENT_CHECKLIST.md</a:t>
            </a:r>
          </a:p>
          <a:p xmlns:a="http://schemas.openxmlformats.org/drawingml/2006/main">
            <a:r>
              <a:t>docs/evaluation/tests.txt</a:t>
            </a:r>
          </a:p>
          <a:p xmlns:a="http://schemas.openxmlformats.org/drawingml/2006/main">
            <a:r>
              <a:t>docs/evaluation/mcp_check.json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49248d79310467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f802f09ba5b4e6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0c0e29f6afd452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3d70693f1cb493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323494e14b14958"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3d7adf0785b45d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6ADAA15-5C85-454C-8F12-EE740C517C8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C4EC5216-F3E8-4F4B-A25C-0302D9511EA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5D30F020-1203-400E-865D-CAA9840EBC83}"/>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B8CA3BE-35FE-4397-B135-50A84654DFA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B844B80-1C0B-4EC0-9E8C-DF8A6C3A89CF}"/>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21E8B09-8A6B-4EBE-B1D8-093EC3A71FB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C974722-8FA4-4074-A901-C0DD82FD801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6F224A3-2A23-41D8-BA8F-4905CFF13141}"/>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4AAF92D-AB29-4393-B637-9C96C019164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EC4DC46-4563-4133-B425-562D071D1B0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d653ed61d3d4b79" /><Relationship Type="http://schemas.openxmlformats.org/officeDocument/2006/relationships/slideLayout" Target="/ppt/slideLayouts/slideLayout1.xml" Id="R8bfadb896ed34272" /><Relationship Type="http://schemas.openxmlformats.org/officeDocument/2006/relationships/slideLayout" Target="/ppt/slideLayouts/slideLayout2.xml" Id="Rfa9d3f1ee5a74767" /><Relationship Type="http://schemas.openxmlformats.org/officeDocument/2006/relationships/slideLayout" Target="/ppt/slideLayouts/slideLayout3.xml" Id="Ra47b05f97dd14777" /><Relationship Type="http://schemas.openxmlformats.org/officeDocument/2006/relationships/slideLayout" Target="/ppt/slideLayouts/slideLayout4.xml" Id="R121ac13656074098" /><Relationship Type="http://schemas.openxmlformats.org/officeDocument/2006/relationships/slideLayout" Target="/ppt/slideLayouts/slideLayout5.xml" Id="Rba1fedf3ab544553" /><Relationship Type="http://schemas.openxmlformats.org/officeDocument/2006/relationships/slideLayout" Target="/ppt/slideLayouts/slideLayout6.xml" Id="Re430cf09fc8d4de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bfadb896ed34272"/>
    <p:sldLayoutId xmlns:r="http://schemas.openxmlformats.org/officeDocument/2006/relationships" id="2147483650" r:id="Rfa9d3f1ee5a74767"/>
    <p:sldLayoutId xmlns:r="http://schemas.openxmlformats.org/officeDocument/2006/relationships" id="2147483651" r:id="Ra47b05f97dd14777"/>
    <p:sldLayoutId xmlns:r="http://schemas.openxmlformats.org/officeDocument/2006/relationships" id="2147483652" r:id="R121ac13656074098"/>
    <p:sldLayoutId xmlns:r="http://schemas.openxmlformats.org/officeDocument/2006/relationships" id="2147483653" r:id="Rba1fedf3ab544553"/>
    <p:sldLayoutId xmlns:r="http://schemas.openxmlformats.org/officeDocument/2006/relationships" id="2147483654" r:id="Re430cf09fc8d4de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ple SD Gothic Neo"/>
        <a:ea typeface=""/>
        <a:cs typeface=""/>
      </a:majorFont>
      <a:minorFont>
        <a:latin typeface="Apple SD Gothic Neo"/>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89ffd303c3d548c8" /><Relationship Type="http://schemas.openxmlformats.org/officeDocument/2006/relationships/notesSlide" Target="/ppt/notesSlides/notesSlide1.xml" Id="R02b2e38b63b2463c"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6d88ab468d24379" /><Relationship Type="http://schemas.openxmlformats.org/officeDocument/2006/relationships/notesSlide" Target="/ppt/notesSlides/notesSlide2.xml" Id="R2589d8594ffe4fe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efb26114d9f74dce" /><Relationship Type="http://schemas.openxmlformats.org/officeDocument/2006/relationships/image" Target="/ppt/media/image.jpeg" Id="R32f31d1584904551" /><Relationship Type="http://schemas.openxmlformats.org/officeDocument/2006/relationships/notesSlide" Target="/ppt/notesSlides/notesSlide3.xml" Id="R39961dcab28c40d5"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654bb7ba87843e4" /><Relationship Type="http://schemas.openxmlformats.org/officeDocument/2006/relationships/image" Target="/ppt/media/image2.jpeg" Id="Rae01ce0807fa431f" /><Relationship Type="http://schemas.openxmlformats.org/officeDocument/2006/relationships/image" Target="/ppt/media/image3.jpeg" Id="Rfea3949a98344381" /><Relationship Type="http://schemas.openxmlformats.org/officeDocument/2006/relationships/notesSlide" Target="/ppt/notesSlides/notesSlide4.xml" Id="Ra246f105f4b34ebc"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ce27817157334a89" /><Relationship Type="http://schemas.openxmlformats.org/officeDocument/2006/relationships/image" Target="/ppt/media/image4.jpeg" Id="Rfbc9cde9cbf54c0c" /><Relationship Type="http://schemas.openxmlformats.org/officeDocument/2006/relationships/notesSlide" Target="/ppt/notesSlides/notesSlide5.xml" Id="R53b6e5a71fe344e2"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c3f6fed5e1a48cc" /><Relationship Type="http://schemas.openxmlformats.org/officeDocument/2006/relationships/notesSlide" Target="/ppt/notesSlides/notesSlide6.xml" Id="R3fdc7a0240dd40e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848250643bac45a8" /><Relationship Type="http://schemas.openxmlformats.org/officeDocument/2006/relationships/notesSlide" Target="/ppt/notesSlides/notesSlide7.xml" Id="Ra1907d02f93247b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f93b052e0474b88" /><Relationship Type="http://schemas.openxmlformats.org/officeDocument/2006/relationships/image" Target="/ppt/media/image5.jpeg" Id="R5359db8f00164c63" /><Relationship Type="http://schemas.openxmlformats.org/officeDocument/2006/relationships/notesSlide" Target="/ppt/notesSlides/notesSlide8.xml" Id="R2c5b046016044a23"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c676579fef0b4f42" /><Relationship Type="http://schemas.openxmlformats.org/officeDocument/2006/relationships/image" Target="/ppt/media/image6.jpeg" Id="R487beaef4be347d5" /><Relationship Type="http://schemas.openxmlformats.org/officeDocument/2006/relationships/notesSlide" Target="/ppt/notesSlides/notesSlide9.xml" Id="R56b59e6659d44e2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76f213ac3f8044b1" /><Relationship Type="http://schemas.openxmlformats.org/officeDocument/2006/relationships/notesSlide" Target="/ppt/notesSlides/notesSlide10.xml" Id="R8b7c7ef411a8457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7943fcf7bedd45b2" /><Relationship Type="http://schemas.openxmlformats.org/officeDocument/2006/relationships/notesSlide" Target="/ppt/notesSlides/notesSlide11.xml" Id="R0b3740a218804e4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402d11b2151740bb" /><Relationship Type="http://schemas.openxmlformats.org/officeDocument/2006/relationships/notesSlide" Target="/ppt/notesSlides/notesSlide12.xml" Id="R3e5f08eeeae345c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575e37a984da405f" /><Relationship Type="http://schemas.openxmlformats.org/officeDocument/2006/relationships/notesSlide" Target="/ppt/notesSlides/notesSlide13.xml" Id="R2bc23b317b154c6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3e0f1dd7cd4a403d" /><Relationship Type="http://schemas.openxmlformats.org/officeDocument/2006/relationships/notesSlide" Target="/ppt/notesSlides/notesSlide14.xml" Id="Rbd8e00eae3814a7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d9369990835c4b6b" /><Relationship Type="http://schemas.openxmlformats.org/officeDocument/2006/relationships/notesSlide" Target="/ppt/notesSlides/notesSlide15.xml" Id="Rfd32614117744adf" /></Relationships>
</file>

<file path=ppt/slides/slide1.xml><?xml version="1.0" encoding="utf-8"?>
<p:sld xmlns:p="http://schemas.openxmlformats.org/presentationml/2006/main">
  <p:cSld>
    <p:bg>
      <p:bgPr>
        <a:solidFill xmlns:a="http://schemas.openxmlformats.org/drawingml/2006/main">
          <a:srgbClr val="F7F9F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D1B57EC-1689-4FAA-90E7-13719D7144BD}"/>
              </a:ext>
            </a:extLst>
          </p:cNvPr>
          <p:cNvSpPr>
            <a:spLocks xmlns:a="http://schemas.openxmlformats.org/drawingml/2006/main" noGrp="1"/>
          </p:cNvSpPr>
          <p:nvPr/>
        </p:nvSpPr>
        <p:spPr>
          <a:xfrm xmlns:a="http://schemas.openxmlformats.org/drawingml/2006/main">
            <a:off x="609600" y="228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75" b="1">
                <a:solidFill>
                  <a:srgbClr val="13747A"/>
                </a:solidFill>
                <a:latin typeface="Apple SD Gothic Neo"/>
                <a:ea typeface="Apple SD Gothic Neo"/>
                <a:cs typeface="Apple SD Gothic Neo"/>
              </a:defRPr>
            </a:defPPr>
            <a:lvl1pPr>
              <a:defRPr sz="1275" b="1">
                <a:solidFill>
                  <a:srgbClr val="13747A"/>
                </a:solidFill>
                <a:latin typeface="Apple SD Gothic Neo"/>
                <a:ea typeface="Apple SD Gothic Neo"/>
                <a:cs typeface="Apple SD Gothic Neo"/>
              </a:defRPr>
            </a:lvl1pPr>
            <a:lvl2pPr>
              <a:defRPr sz="1275" b="1">
                <a:solidFill>
                  <a:srgbClr val="13747A"/>
                </a:solidFill>
                <a:latin typeface="Apple SD Gothic Neo"/>
                <a:ea typeface="Apple SD Gothic Neo"/>
                <a:cs typeface="Apple SD Gothic Neo"/>
              </a:defRPr>
            </a:lvl2pPr>
            <a:lvl3pPr>
              <a:defRPr sz="1275" b="1">
                <a:solidFill>
                  <a:srgbClr val="13747A"/>
                </a:solidFill>
                <a:latin typeface="Apple SD Gothic Neo"/>
                <a:ea typeface="Apple SD Gothic Neo"/>
                <a:cs typeface="Apple SD Gothic Neo"/>
              </a:defRPr>
            </a:lvl3pPr>
            <a:lvl4pPr>
              <a:defRPr sz="1275" b="1">
                <a:solidFill>
                  <a:srgbClr val="13747A"/>
                </a:solidFill>
                <a:latin typeface="Apple SD Gothic Neo"/>
                <a:ea typeface="Apple SD Gothic Neo"/>
                <a:cs typeface="Apple SD Gothic Neo"/>
              </a:defRPr>
            </a:lvl4pPr>
            <a:lvl5pPr>
              <a:defRPr sz="1275" b="1">
                <a:solidFill>
                  <a:srgbClr val="13747A"/>
                </a:solidFill>
                <a:latin typeface="Apple SD Gothic Neo"/>
                <a:ea typeface="Apple SD Gothic Neo"/>
                <a:cs typeface="Apple SD Gothic Neo"/>
              </a:defRPr>
            </a:lvl5pPr>
            <a:lvl6pPr>
              <a:defRPr sz="1275" b="1">
                <a:solidFill>
                  <a:srgbClr val="13747A"/>
                </a:solidFill>
                <a:latin typeface="Apple SD Gothic Neo"/>
                <a:ea typeface="Apple SD Gothic Neo"/>
                <a:cs typeface="Apple SD Gothic Neo"/>
              </a:defRPr>
            </a:lvl6pPr>
            <a:lvl7pPr>
              <a:defRPr sz="1275" b="1">
                <a:solidFill>
                  <a:srgbClr val="13747A"/>
                </a:solidFill>
                <a:latin typeface="Apple SD Gothic Neo"/>
                <a:ea typeface="Apple SD Gothic Neo"/>
                <a:cs typeface="Apple SD Gothic Neo"/>
              </a:defRPr>
            </a:lvl7pPr>
            <a:lvl8pPr>
              <a:defRPr sz="1275" b="1">
                <a:solidFill>
                  <a:srgbClr val="13747A"/>
                </a:solidFill>
                <a:latin typeface="Apple SD Gothic Neo"/>
                <a:ea typeface="Apple SD Gothic Neo"/>
                <a:cs typeface="Apple SD Gothic Neo"/>
              </a:defRPr>
            </a:lvl8pPr>
            <a:lvl9pPr>
              <a:defRPr sz="1275" b="1">
                <a:solidFill>
                  <a:srgbClr val="13747A"/>
                </a:solidFill>
                <a:latin typeface="Apple SD Gothic Neo"/>
                <a:ea typeface="Apple SD Gothic Neo"/>
                <a:cs typeface="Apple SD Gothic Neo"/>
              </a:defRPr>
            </a:lvl9pPr>
          </a:lstStyle>
          <a:p xmlns:a="http://schemas.openxmlformats.org/drawingml/2006/main">
            <a:pPr>
              <a:defRPr sz="1275" b="1">
                <a:solidFill>
                  <a:srgbClr val="13747A"/>
                </a:solidFill>
                <a:latin typeface="Apple SD Gothic Neo"/>
                <a:ea typeface="Apple SD Gothic Neo"/>
                <a:cs typeface="Apple SD Gothic Neo"/>
              </a:defRPr>
            </a:pPr>
            <a:r>
              <a:rPr sz="1275" b="1">
                <a:solidFill>
                  <a:srgbClr val="13747A"/>
                </a:solidFill>
                <a:latin typeface="Apple SD Gothic Neo"/>
                <a:ea typeface="Apple SD Gothic Neo"/>
                <a:cs typeface="Apple SD Gothic Neo"/>
              </a:rPr>
              <a:t>프로젝트 소개</a:t>
            </a:r>
          </a:p>
        </p:txBody>
      </p:sp>
      <p:sp>
        <p:nvSpPr>
          <p:cNvPr id="2" name="">
            <a:extLst xmlns:a="http://schemas.openxmlformats.org/drawingml/2006/main">
              <a:ext uri="{FF2B5EF4-FFF2-40B4-BE49-F238E27FC236}">
                <a16:creationId xmlns:a16="http://schemas.microsoft.com/office/drawing/2014/main" id="{D53B89FE-9BF4-48AD-966B-BBC8268FD59D}"/>
              </a:ext>
            </a:extLst>
          </p:cNvPr>
          <p:cNvSpPr>
            <a:spLocks xmlns:a="http://schemas.openxmlformats.org/drawingml/2006/main" noGrp="1"/>
          </p:cNvSpPr>
          <p:nvPr/>
        </p:nvSpPr>
        <p:spPr>
          <a:xfrm xmlns:a="http://schemas.openxmlformats.org/drawingml/2006/main">
            <a:off x="609600" y="1714500"/>
            <a:ext cx="109728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4950" b="1">
                <a:solidFill>
                  <a:srgbClr val="173643"/>
                </a:solidFill>
                <a:latin typeface="Apple SD Gothic Neo"/>
                <a:ea typeface="Apple SD Gothic Neo"/>
                <a:cs typeface="Apple SD Gothic Neo"/>
              </a:defRPr>
            </a:defPPr>
            <a:lvl1pPr>
              <a:defRPr sz="4950" b="1">
                <a:solidFill>
                  <a:srgbClr val="173643"/>
                </a:solidFill>
                <a:latin typeface="Apple SD Gothic Neo"/>
                <a:ea typeface="Apple SD Gothic Neo"/>
                <a:cs typeface="Apple SD Gothic Neo"/>
              </a:defRPr>
            </a:lvl1pPr>
            <a:lvl2pPr>
              <a:defRPr sz="4950" b="1">
                <a:solidFill>
                  <a:srgbClr val="173643"/>
                </a:solidFill>
                <a:latin typeface="Apple SD Gothic Neo"/>
                <a:ea typeface="Apple SD Gothic Neo"/>
                <a:cs typeface="Apple SD Gothic Neo"/>
              </a:defRPr>
            </a:lvl2pPr>
            <a:lvl3pPr>
              <a:defRPr sz="4950" b="1">
                <a:solidFill>
                  <a:srgbClr val="173643"/>
                </a:solidFill>
                <a:latin typeface="Apple SD Gothic Neo"/>
                <a:ea typeface="Apple SD Gothic Neo"/>
                <a:cs typeface="Apple SD Gothic Neo"/>
              </a:defRPr>
            </a:lvl3pPr>
            <a:lvl4pPr>
              <a:defRPr sz="4950" b="1">
                <a:solidFill>
                  <a:srgbClr val="173643"/>
                </a:solidFill>
                <a:latin typeface="Apple SD Gothic Neo"/>
                <a:ea typeface="Apple SD Gothic Neo"/>
                <a:cs typeface="Apple SD Gothic Neo"/>
              </a:defRPr>
            </a:lvl4pPr>
            <a:lvl5pPr>
              <a:defRPr sz="4950" b="1">
                <a:solidFill>
                  <a:srgbClr val="173643"/>
                </a:solidFill>
                <a:latin typeface="Apple SD Gothic Neo"/>
                <a:ea typeface="Apple SD Gothic Neo"/>
                <a:cs typeface="Apple SD Gothic Neo"/>
              </a:defRPr>
            </a:lvl5pPr>
            <a:lvl6pPr>
              <a:defRPr sz="4950" b="1">
                <a:solidFill>
                  <a:srgbClr val="173643"/>
                </a:solidFill>
                <a:latin typeface="Apple SD Gothic Neo"/>
                <a:ea typeface="Apple SD Gothic Neo"/>
                <a:cs typeface="Apple SD Gothic Neo"/>
              </a:defRPr>
            </a:lvl6pPr>
            <a:lvl7pPr>
              <a:defRPr sz="4950" b="1">
                <a:solidFill>
                  <a:srgbClr val="173643"/>
                </a:solidFill>
                <a:latin typeface="Apple SD Gothic Neo"/>
                <a:ea typeface="Apple SD Gothic Neo"/>
                <a:cs typeface="Apple SD Gothic Neo"/>
              </a:defRPr>
            </a:lvl7pPr>
            <a:lvl8pPr>
              <a:defRPr sz="4950" b="1">
                <a:solidFill>
                  <a:srgbClr val="173643"/>
                </a:solidFill>
                <a:latin typeface="Apple SD Gothic Neo"/>
                <a:ea typeface="Apple SD Gothic Neo"/>
                <a:cs typeface="Apple SD Gothic Neo"/>
              </a:defRPr>
            </a:lvl8pPr>
            <a:lvl9pPr>
              <a:defRPr sz="4950" b="1">
                <a:solidFill>
                  <a:srgbClr val="173643"/>
                </a:solidFill>
                <a:latin typeface="Apple SD Gothic Neo"/>
                <a:ea typeface="Apple SD Gothic Neo"/>
                <a:cs typeface="Apple SD Gothic Neo"/>
              </a:defRPr>
            </a:lvl9pPr>
          </a:lstStyle>
          <a:p xmlns:a="http://schemas.openxmlformats.org/drawingml/2006/main">
            <a:pPr>
              <a:defRPr sz="4950" b="1">
                <a:solidFill>
                  <a:srgbClr val="173643"/>
                </a:solidFill>
                <a:latin typeface="Apple SD Gothic Neo"/>
                <a:ea typeface="Apple SD Gothic Neo"/>
                <a:cs typeface="Apple SD Gothic Neo"/>
              </a:defRPr>
            </a:pPr>
            <a:r>
              <a:rPr sz="4950" b="1">
                <a:solidFill>
                  <a:srgbClr val="173643"/>
                </a:solidFill>
                <a:latin typeface="Apple SD Gothic Neo"/>
                <a:ea typeface="Apple SD Gothic Neo"/>
                <a:cs typeface="Apple SD Gothic Neo"/>
              </a:rPr>
              <a:t>반도체 검사 모델</a:t>
            </a:r>
          </a:p>
          <a:p xmlns:a="http://schemas.openxmlformats.org/drawingml/2006/main">
            <a:pPr>
              <a:defRPr sz="4950" b="1">
                <a:solidFill>
                  <a:srgbClr val="173643"/>
                </a:solidFill>
                <a:latin typeface="Apple SD Gothic Neo"/>
                <a:ea typeface="Apple SD Gothic Neo"/>
                <a:cs typeface="Apple SD Gothic Neo"/>
              </a:defRPr>
            </a:pPr>
            <a:r>
              <a:rPr sz="4950" b="1">
                <a:solidFill>
                  <a:srgbClr val="173643"/>
                </a:solidFill>
                <a:latin typeface="Apple SD Gothic Neo"/>
                <a:ea typeface="Apple SD Gothic Neo"/>
                <a:cs typeface="Apple SD Gothic Neo"/>
              </a:rPr>
              <a:t>실험 도우미</a:t>
            </a:r>
          </a:p>
        </p:txBody>
      </p:sp>
      <p:sp>
        <p:nvSpPr>
          <p:cNvPr id="3" name="">
            <a:extLst xmlns:a="http://schemas.openxmlformats.org/drawingml/2006/main">
              <a:ext uri="{FF2B5EF4-FFF2-40B4-BE49-F238E27FC236}">
                <a16:creationId xmlns:a16="http://schemas.microsoft.com/office/drawing/2014/main" id="{7AD60580-C509-4ED7-8B2F-9B9C39FEA815}"/>
              </a:ext>
            </a:extLst>
          </p:cNvPr>
          <p:cNvSpPr>
            <a:spLocks xmlns:a="http://schemas.openxmlformats.org/drawingml/2006/main" noGrp="1"/>
          </p:cNvSpPr>
          <p:nvPr/>
        </p:nvSpPr>
        <p:spPr>
          <a:xfrm xmlns:a="http://schemas.openxmlformats.org/drawingml/2006/main">
            <a:off x="609600" y="6467475"/>
            <a:ext cx="9048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G045 김용찬 · SK AI Leader Academy</a:t>
            </a:r>
          </a:p>
        </p:txBody>
      </p:sp>
      <p:sp>
        <p:nvSpPr>
          <p:cNvPr id="4" name="">
            <a:extLst xmlns:a="http://schemas.openxmlformats.org/drawingml/2006/main">
              <a:ext uri="{FF2B5EF4-FFF2-40B4-BE49-F238E27FC236}">
                <a16:creationId xmlns:a16="http://schemas.microsoft.com/office/drawing/2014/main" id="{BA889BFA-D881-4DA6-9DB0-FD4F1567C8B9}"/>
              </a:ext>
            </a:extLst>
          </p:cNvPr>
          <p:cNvSpPr>
            <a:spLocks xmlns:a="http://schemas.openxmlformats.org/drawingml/2006/main" noGrp="1"/>
          </p:cNvSpPr>
          <p:nvPr/>
        </p:nvSpPr>
        <p:spPr>
          <a:xfrm xmlns:a="http://schemas.openxmlformats.org/drawingml/2006/main">
            <a:off x="10287000" y="6467475"/>
            <a:ext cx="1333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1 / 15</a:t>
            </a:r>
          </a:p>
        </p:txBody>
      </p:sp>
      <p:sp>
        <p:nvSpPr>
          <p:cNvPr id="5" name="">
            <a:extLst xmlns:a="http://schemas.openxmlformats.org/drawingml/2006/main">
              <a:ext uri="{FF2B5EF4-FFF2-40B4-BE49-F238E27FC236}">
                <a16:creationId xmlns:a16="http://schemas.microsoft.com/office/drawing/2014/main" id="{3237D368-5A3F-4AA4-904C-EA1195A8611C}"/>
              </a:ext>
            </a:extLst>
          </p:cNvPr>
          <p:cNvSpPr>
            <a:spLocks xmlns:a="http://schemas.openxmlformats.org/drawingml/2006/main" noGrp="1"/>
          </p:cNvSpPr>
          <p:nvPr/>
        </p:nvSpPr>
        <p:spPr>
          <a:xfrm xmlns:a="http://schemas.openxmlformats.org/drawingml/2006/main">
            <a:off x="609600" y="4143375"/>
            <a:ext cx="109728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2325" b="0">
                <a:solidFill>
                  <a:srgbClr val="173643"/>
                </a:solidFill>
                <a:latin typeface="Apple SD Gothic Neo"/>
                <a:ea typeface="Apple SD Gothic Neo"/>
                <a:cs typeface="Apple SD Gothic Neo"/>
              </a:defRPr>
            </a:defPPr>
            <a:lvl1pPr>
              <a:defRPr sz="2325" b="0">
                <a:solidFill>
                  <a:srgbClr val="173643"/>
                </a:solidFill>
                <a:latin typeface="Apple SD Gothic Neo"/>
                <a:ea typeface="Apple SD Gothic Neo"/>
                <a:cs typeface="Apple SD Gothic Neo"/>
              </a:defRPr>
            </a:lvl1pPr>
            <a:lvl2pPr>
              <a:defRPr sz="2325" b="0">
                <a:solidFill>
                  <a:srgbClr val="173643"/>
                </a:solidFill>
                <a:latin typeface="Apple SD Gothic Neo"/>
                <a:ea typeface="Apple SD Gothic Neo"/>
                <a:cs typeface="Apple SD Gothic Neo"/>
              </a:defRPr>
            </a:lvl2pPr>
            <a:lvl3pPr>
              <a:defRPr sz="2325" b="0">
                <a:solidFill>
                  <a:srgbClr val="173643"/>
                </a:solidFill>
                <a:latin typeface="Apple SD Gothic Neo"/>
                <a:ea typeface="Apple SD Gothic Neo"/>
                <a:cs typeface="Apple SD Gothic Neo"/>
              </a:defRPr>
            </a:lvl3pPr>
            <a:lvl4pPr>
              <a:defRPr sz="2325" b="0">
                <a:solidFill>
                  <a:srgbClr val="173643"/>
                </a:solidFill>
                <a:latin typeface="Apple SD Gothic Neo"/>
                <a:ea typeface="Apple SD Gothic Neo"/>
                <a:cs typeface="Apple SD Gothic Neo"/>
              </a:defRPr>
            </a:lvl4pPr>
            <a:lvl5pPr>
              <a:defRPr sz="2325" b="0">
                <a:solidFill>
                  <a:srgbClr val="173643"/>
                </a:solidFill>
                <a:latin typeface="Apple SD Gothic Neo"/>
                <a:ea typeface="Apple SD Gothic Neo"/>
                <a:cs typeface="Apple SD Gothic Neo"/>
              </a:defRPr>
            </a:lvl5pPr>
            <a:lvl6pPr>
              <a:defRPr sz="2325" b="0">
                <a:solidFill>
                  <a:srgbClr val="173643"/>
                </a:solidFill>
                <a:latin typeface="Apple SD Gothic Neo"/>
                <a:ea typeface="Apple SD Gothic Neo"/>
                <a:cs typeface="Apple SD Gothic Neo"/>
              </a:defRPr>
            </a:lvl6pPr>
            <a:lvl7pPr>
              <a:defRPr sz="2325" b="0">
                <a:solidFill>
                  <a:srgbClr val="173643"/>
                </a:solidFill>
                <a:latin typeface="Apple SD Gothic Neo"/>
                <a:ea typeface="Apple SD Gothic Neo"/>
                <a:cs typeface="Apple SD Gothic Neo"/>
              </a:defRPr>
            </a:lvl7pPr>
            <a:lvl8pPr>
              <a:defRPr sz="2325" b="0">
                <a:solidFill>
                  <a:srgbClr val="173643"/>
                </a:solidFill>
                <a:latin typeface="Apple SD Gothic Neo"/>
                <a:ea typeface="Apple SD Gothic Neo"/>
                <a:cs typeface="Apple SD Gothic Neo"/>
              </a:defRPr>
            </a:lvl8pPr>
            <a:lvl9pPr>
              <a:defRPr sz="2325" b="0">
                <a:solidFill>
                  <a:srgbClr val="173643"/>
                </a:solidFill>
                <a:latin typeface="Apple SD Gothic Neo"/>
                <a:ea typeface="Apple SD Gothic Neo"/>
                <a:cs typeface="Apple SD Gothic Neo"/>
              </a:defRPr>
            </a:lvl9pPr>
          </a:lstStyle>
          <a:p xmlns:a="http://schemas.openxmlformats.org/drawingml/2006/main">
            <a:pPr>
              <a:defRPr sz="2325" b="0">
                <a:solidFill>
                  <a:srgbClr val="173643"/>
                </a:solidFill>
                <a:latin typeface="Apple SD Gothic Neo"/>
                <a:ea typeface="Apple SD Gothic Neo"/>
                <a:cs typeface="Apple SD Gothic Neo"/>
              </a:defRPr>
            </a:pPr>
            <a:r>
              <a:rPr sz="2325" b="0">
                <a:solidFill>
                  <a:srgbClr val="173643"/>
                </a:solidFill>
                <a:latin typeface="Apple SD Gothic Neo"/>
                <a:ea typeface="Apple SD Gothic Neo"/>
                <a:cs typeface="Apple SD Gothic Neo"/>
              </a:rPr>
              <a:t>데이터에 맞는 모델을 비교하고, 승인받아 학습하는 Agent</a:t>
            </a:r>
          </a:p>
        </p:txBody>
      </p:sp>
      <p:sp>
        <p:nvSpPr>
          <p:cNvPr id="6" name="">
            <a:extLst xmlns:a="http://schemas.openxmlformats.org/drawingml/2006/main">
              <a:ext uri="{FF2B5EF4-FFF2-40B4-BE49-F238E27FC236}">
                <a16:creationId xmlns:a16="http://schemas.microsoft.com/office/drawing/2014/main" id="{8F5B422D-7D27-4614-9950-BC7FC07C119D}"/>
              </a:ext>
            </a:extLst>
          </p:cNvPr>
          <p:cNvSpPr>
            <a:spLocks xmlns:a="http://schemas.openxmlformats.org/drawingml/2006/main" noGrp="1"/>
          </p:cNvSpPr>
          <p:nvPr/>
        </p:nvSpPr>
        <p:spPr>
          <a:xfrm xmlns:a="http://schemas.openxmlformats.org/drawingml/2006/main">
            <a:off x="609600" y="4848225"/>
            <a:ext cx="109728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2325" b="0">
                <a:solidFill>
                  <a:srgbClr val="173643"/>
                </a:solidFill>
                <a:latin typeface="Apple SD Gothic Neo"/>
                <a:ea typeface="Apple SD Gothic Neo"/>
                <a:cs typeface="Apple SD Gothic Neo"/>
              </a:defRPr>
            </a:defPPr>
            <a:lvl1pPr>
              <a:defRPr sz="2325" b="0">
                <a:solidFill>
                  <a:srgbClr val="173643"/>
                </a:solidFill>
                <a:latin typeface="Apple SD Gothic Neo"/>
                <a:ea typeface="Apple SD Gothic Neo"/>
                <a:cs typeface="Apple SD Gothic Neo"/>
              </a:defRPr>
            </a:lvl1pPr>
            <a:lvl2pPr>
              <a:defRPr sz="2325" b="0">
                <a:solidFill>
                  <a:srgbClr val="173643"/>
                </a:solidFill>
                <a:latin typeface="Apple SD Gothic Neo"/>
                <a:ea typeface="Apple SD Gothic Neo"/>
                <a:cs typeface="Apple SD Gothic Neo"/>
              </a:defRPr>
            </a:lvl2pPr>
            <a:lvl3pPr>
              <a:defRPr sz="2325" b="0">
                <a:solidFill>
                  <a:srgbClr val="173643"/>
                </a:solidFill>
                <a:latin typeface="Apple SD Gothic Neo"/>
                <a:ea typeface="Apple SD Gothic Neo"/>
                <a:cs typeface="Apple SD Gothic Neo"/>
              </a:defRPr>
            </a:lvl3pPr>
            <a:lvl4pPr>
              <a:defRPr sz="2325" b="0">
                <a:solidFill>
                  <a:srgbClr val="173643"/>
                </a:solidFill>
                <a:latin typeface="Apple SD Gothic Neo"/>
                <a:ea typeface="Apple SD Gothic Neo"/>
                <a:cs typeface="Apple SD Gothic Neo"/>
              </a:defRPr>
            </a:lvl4pPr>
            <a:lvl5pPr>
              <a:defRPr sz="2325" b="0">
                <a:solidFill>
                  <a:srgbClr val="173643"/>
                </a:solidFill>
                <a:latin typeface="Apple SD Gothic Neo"/>
                <a:ea typeface="Apple SD Gothic Neo"/>
                <a:cs typeface="Apple SD Gothic Neo"/>
              </a:defRPr>
            </a:lvl5pPr>
            <a:lvl6pPr>
              <a:defRPr sz="2325" b="0">
                <a:solidFill>
                  <a:srgbClr val="173643"/>
                </a:solidFill>
                <a:latin typeface="Apple SD Gothic Neo"/>
                <a:ea typeface="Apple SD Gothic Neo"/>
                <a:cs typeface="Apple SD Gothic Neo"/>
              </a:defRPr>
            </a:lvl6pPr>
            <a:lvl7pPr>
              <a:defRPr sz="2325" b="0">
                <a:solidFill>
                  <a:srgbClr val="173643"/>
                </a:solidFill>
                <a:latin typeface="Apple SD Gothic Neo"/>
                <a:ea typeface="Apple SD Gothic Neo"/>
                <a:cs typeface="Apple SD Gothic Neo"/>
              </a:defRPr>
            </a:lvl7pPr>
            <a:lvl8pPr>
              <a:defRPr sz="2325" b="0">
                <a:solidFill>
                  <a:srgbClr val="173643"/>
                </a:solidFill>
                <a:latin typeface="Apple SD Gothic Neo"/>
                <a:ea typeface="Apple SD Gothic Neo"/>
                <a:cs typeface="Apple SD Gothic Neo"/>
              </a:defRPr>
            </a:lvl8pPr>
            <a:lvl9pPr>
              <a:defRPr sz="2325" b="0">
                <a:solidFill>
                  <a:srgbClr val="173643"/>
                </a:solidFill>
                <a:latin typeface="Apple SD Gothic Neo"/>
                <a:ea typeface="Apple SD Gothic Neo"/>
                <a:cs typeface="Apple SD Gothic Neo"/>
              </a:defRPr>
            </a:lvl9pPr>
          </a:lstStyle>
          <a:p xmlns:a="http://schemas.openxmlformats.org/drawingml/2006/main">
            <a:pPr>
              <a:defRPr sz="2325" b="0">
                <a:solidFill>
                  <a:srgbClr val="173643"/>
                </a:solidFill>
                <a:latin typeface="Apple SD Gothic Neo"/>
                <a:ea typeface="Apple SD Gothic Neo"/>
                <a:cs typeface="Apple SD Gothic Neo"/>
              </a:defRPr>
            </a:pPr>
            <a:r>
              <a:rPr sz="2325" b="0">
                <a:solidFill>
                  <a:srgbClr val="173643"/>
                </a:solidFill>
                <a:latin typeface="Apple SD Gothic Neo"/>
                <a:ea typeface="Apple SD Gothic Neo"/>
                <a:cs typeface="Apple SD Gothic Neo"/>
              </a:rPr>
              <a:t>G045 김용찬 · SK AI Leader Academy · 과제 2</a:t>
            </a:r>
          </a:p>
        </p:txBody>
      </p:sp>
    </p:spTree>
    <p:extLst>
      <p:ext uri="{BB962C8B-B14F-4D97-AF65-F5344CB8AC3E}">
        <p14:creationId xmlns:p14="http://schemas.microsoft.com/office/powerpoint/2010/main" val="677658900"/>
      </p:ext>
    </p:extLst>
  </p:cSld>
</p:sld>
</file>

<file path=ppt/slides/slide2.xml><?xml version="1.0" encoding="utf-8"?>
<p:sld xmlns:p="http://schemas.openxmlformats.org/presentationml/2006/main">
  <p:cSld>
    <p:bg>
      <p:bgPr>
        <a:solidFill xmlns:a="http://schemas.openxmlformats.org/drawingml/2006/main">
          <a:srgbClr val="F7F9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393F104-B650-4BBB-8291-11C1B56DB21B}"/>
              </a:ext>
            </a:extLst>
          </p:cNvPr>
          <p:cNvSpPr>
            <a:spLocks xmlns:a="http://schemas.openxmlformats.org/drawingml/2006/main" noGrp="1"/>
          </p:cNvSpPr>
          <p:nvPr/>
        </p:nvSpPr>
        <p:spPr>
          <a:xfrm xmlns:a="http://schemas.openxmlformats.org/drawingml/2006/main">
            <a:off x="609600" y="228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75" b="1">
                <a:solidFill>
                  <a:srgbClr val="13747A"/>
                </a:solidFill>
                <a:latin typeface="Apple SD Gothic Neo"/>
                <a:ea typeface="Apple SD Gothic Neo"/>
                <a:cs typeface="Apple SD Gothic Neo"/>
              </a:defRPr>
            </a:defPPr>
            <a:lvl1pPr>
              <a:defRPr sz="1275" b="1">
                <a:solidFill>
                  <a:srgbClr val="13747A"/>
                </a:solidFill>
                <a:latin typeface="Apple SD Gothic Neo"/>
                <a:ea typeface="Apple SD Gothic Neo"/>
                <a:cs typeface="Apple SD Gothic Neo"/>
              </a:defRPr>
            </a:lvl1pPr>
            <a:lvl2pPr>
              <a:defRPr sz="1275" b="1">
                <a:solidFill>
                  <a:srgbClr val="13747A"/>
                </a:solidFill>
                <a:latin typeface="Apple SD Gothic Neo"/>
                <a:ea typeface="Apple SD Gothic Neo"/>
                <a:cs typeface="Apple SD Gothic Neo"/>
              </a:defRPr>
            </a:lvl2pPr>
            <a:lvl3pPr>
              <a:defRPr sz="1275" b="1">
                <a:solidFill>
                  <a:srgbClr val="13747A"/>
                </a:solidFill>
                <a:latin typeface="Apple SD Gothic Neo"/>
                <a:ea typeface="Apple SD Gothic Neo"/>
                <a:cs typeface="Apple SD Gothic Neo"/>
              </a:defRPr>
            </a:lvl3pPr>
            <a:lvl4pPr>
              <a:defRPr sz="1275" b="1">
                <a:solidFill>
                  <a:srgbClr val="13747A"/>
                </a:solidFill>
                <a:latin typeface="Apple SD Gothic Neo"/>
                <a:ea typeface="Apple SD Gothic Neo"/>
                <a:cs typeface="Apple SD Gothic Neo"/>
              </a:defRPr>
            </a:lvl4pPr>
            <a:lvl5pPr>
              <a:defRPr sz="1275" b="1">
                <a:solidFill>
                  <a:srgbClr val="13747A"/>
                </a:solidFill>
                <a:latin typeface="Apple SD Gothic Neo"/>
                <a:ea typeface="Apple SD Gothic Neo"/>
                <a:cs typeface="Apple SD Gothic Neo"/>
              </a:defRPr>
            </a:lvl5pPr>
            <a:lvl6pPr>
              <a:defRPr sz="1275" b="1">
                <a:solidFill>
                  <a:srgbClr val="13747A"/>
                </a:solidFill>
                <a:latin typeface="Apple SD Gothic Neo"/>
                <a:ea typeface="Apple SD Gothic Neo"/>
                <a:cs typeface="Apple SD Gothic Neo"/>
              </a:defRPr>
            </a:lvl6pPr>
            <a:lvl7pPr>
              <a:defRPr sz="1275" b="1">
                <a:solidFill>
                  <a:srgbClr val="13747A"/>
                </a:solidFill>
                <a:latin typeface="Apple SD Gothic Neo"/>
                <a:ea typeface="Apple SD Gothic Neo"/>
                <a:cs typeface="Apple SD Gothic Neo"/>
              </a:defRPr>
            </a:lvl7pPr>
            <a:lvl8pPr>
              <a:defRPr sz="1275" b="1">
                <a:solidFill>
                  <a:srgbClr val="13747A"/>
                </a:solidFill>
                <a:latin typeface="Apple SD Gothic Neo"/>
                <a:ea typeface="Apple SD Gothic Neo"/>
                <a:cs typeface="Apple SD Gothic Neo"/>
              </a:defRPr>
            </a:lvl8pPr>
            <a:lvl9pPr>
              <a:defRPr sz="1275" b="1">
                <a:solidFill>
                  <a:srgbClr val="13747A"/>
                </a:solidFill>
                <a:latin typeface="Apple SD Gothic Neo"/>
                <a:ea typeface="Apple SD Gothic Neo"/>
                <a:cs typeface="Apple SD Gothic Neo"/>
              </a:defRPr>
            </a:lvl9pPr>
          </a:lstStyle>
          <a:p xmlns:a="http://schemas.openxmlformats.org/drawingml/2006/main">
            <a:pPr>
              <a:defRPr sz="1275" b="1">
                <a:solidFill>
                  <a:srgbClr val="13747A"/>
                </a:solidFill>
                <a:latin typeface="Apple SD Gothic Neo"/>
                <a:ea typeface="Apple SD Gothic Neo"/>
                <a:cs typeface="Apple SD Gothic Neo"/>
              </a:defRPr>
            </a:pPr>
            <a:r>
              <a:rPr sz="1275" b="1">
                <a:solidFill>
                  <a:srgbClr val="13747A"/>
                </a:solidFill>
                <a:latin typeface="Apple SD Gothic Neo"/>
                <a:ea typeface="Apple SD Gothic Neo"/>
                <a:cs typeface="Apple SD Gothic Neo"/>
              </a:rPr>
              <a:t>사용자 · 검사 모델을 만드는 공정·장비 엔지니어</a:t>
            </a:r>
          </a:p>
        </p:txBody>
      </p:sp>
      <p:sp>
        <p:nvSpPr>
          <p:cNvPr id="2" name="">
            <a:extLst xmlns:a="http://schemas.openxmlformats.org/drawingml/2006/main">
              <a:ext uri="{FF2B5EF4-FFF2-40B4-BE49-F238E27FC236}">
                <a16:creationId xmlns:a16="http://schemas.microsoft.com/office/drawing/2014/main" id="{559290F8-AB83-487E-A833-E5BD8C8E7018}"/>
              </a:ext>
            </a:extLst>
          </p:cNvPr>
          <p:cNvSpPr>
            <a:spLocks xmlns:a="http://schemas.openxmlformats.org/drawingml/2006/main" noGrp="1"/>
          </p:cNvSpPr>
          <p:nvPr/>
        </p:nvSpPr>
        <p:spPr>
          <a:xfrm xmlns:a="http://schemas.openxmlformats.org/drawingml/2006/main">
            <a:off x="609600" y="6858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3150" b="1">
                <a:solidFill>
                  <a:srgbClr val="173643"/>
                </a:solidFill>
                <a:latin typeface="Apple SD Gothic Neo"/>
                <a:ea typeface="Apple SD Gothic Neo"/>
                <a:cs typeface="Apple SD Gothic Neo"/>
              </a:defRPr>
            </a:defPPr>
            <a:lvl1pPr>
              <a:defRPr sz="3150" b="1">
                <a:solidFill>
                  <a:srgbClr val="173643"/>
                </a:solidFill>
                <a:latin typeface="Apple SD Gothic Neo"/>
                <a:ea typeface="Apple SD Gothic Neo"/>
                <a:cs typeface="Apple SD Gothic Neo"/>
              </a:defRPr>
            </a:lvl1pPr>
            <a:lvl2pPr>
              <a:defRPr sz="3150" b="1">
                <a:solidFill>
                  <a:srgbClr val="173643"/>
                </a:solidFill>
                <a:latin typeface="Apple SD Gothic Neo"/>
                <a:ea typeface="Apple SD Gothic Neo"/>
                <a:cs typeface="Apple SD Gothic Neo"/>
              </a:defRPr>
            </a:lvl2pPr>
            <a:lvl3pPr>
              <a:defRPr sz="3150" b="1">
                <a:solidFill>
                  <a:srgbClr val="173643"/>
                </a:solidFill>
                <a:latin typeface="Apple SD Gothic Neo"/>
                <a:ea typeface="Apple SD Gothic Neo"/>
                <a:cs typeface="Apple SD Gothic Neo"/>
              </a:defRPr>
            </a:lvl3pPr>
            <a:lvl4pPr>
              <a:defRPr sz="3150" b="1">
                <a:solidFill>
                  <a:srgbClr val="173643"/>
                </a:solidFill>
                <a:latin typeface="Apple SD Gothic Neo"/>
                <a:ea typeface="Apple SD Gothic Neo"/>
                <a:cs typeface="Apple SD Gothic Neo"/>
              </a:defRPr>
            </a:lvl4pPr>
            <a:lvl5pPr>
              <a:defRPr sz="3150" b="1">
                <a:solidFill>
                  <a:srgbClr val="173643"/>
                </a:solidFill>
                <a:latin typeface="Apple SD Gothic Neo"/>
                <a:ea typeface="Apple SD Gothic Neo"/>
                <a:cs typeface="Apple SD Gothic Neo"/>
              </a:defRPr>
            </a:lvl5pPr>
            <a:lvl6pPr>
              <a:defRPr sz="3150" b="1">
                <a:solidFill>
                  <a:srgbClr val="173643"/>
                </a:solidFill>
                <a:latin typeface="Apple SD Gothic Neo"/>
                <a:ea typeface="Apple SD Gothic Neo"/>
                <a:cs typeface="Apple SD Gothic Neo"/>
              </a:defRPr>
            </a:lvl6pPr>
            <a:lvl7pPr>
              <a:defRPr sz="3150" b="1">
                <a:solidFill>
                  <a:srgbClr val="173643"/>
                </a:solidFill>
                <a:latin typeface="Apple SD Gothic Neo"/>
                <a:ea typeface="Apple SD Gothic Neo"/>
                <a:cs typeface="Apple SD Gothic Neo"/>
              </a:defRPr>
            </a:lvl7pPr>
            <a:lvl8pPr>
              <a:defRPr sz="3150" b="1">
                <a:solidFill>
                  <a:srgbClr val="173643"/>
                </a:solidFill>
                <a:latin typeface="Apple SD Gothic Neo"/>
                <a:ea typeface="Apple SD Gothic Neo"/>
                <a:cs typeface="Apple SD Gothic Neo"/>
              </a:defRPr>
            </a:lvl8pPr>
            <a:lvl9pPr>
              <a:defRPr sz="3150" b="1">
                <a:solidFill>
                  <a:srgbClr val="173643"/>
                </a:solidFill>
                <a:latin typeface="Apple SD Gothic Neo"/>
                <a:ea typeface="Apple SD Gothic Neo"/>
                <a:cs typeface="Apple SD Gothic Neo"/>
              </a:defRPr>
            </a:lvl9pPr>
          </a:lstStyle>
          <a:p xmlns:a="http://schemas.openxmlformats.org/drawingml/2006/main">
            <a:pPr>
              <a:defRPr sz="3150" b="1">
                <a:solidFill>
                  <a:srgbClr val="173643"/>
                </a:solidFill>
                <a:latin typeface="Apple SD Gothic Neo"/>
                <a:ea typeface="Apple SD Gothic Neo"/>
                <a:cs typeface="Apple SD Gothic Neo"/>
              </a:defRPr>
            </a:pPr>
            <a:r>
              <a:rPr sz="3150" b="1">
                <a:solidFill>
                  <a:srgbClr val="173643"/>
                </a:solidFill>
                <a:latin typeface="Apple SD Gothic Neo"/>
                <a:ea typeface="Apple SD Gothic Neo"/>
                <a:cs typeface="Apple SD Gothic Neo"/>
              </a:rPr>
              <a:t>엔지니어 입력부터 실험 결론까지</a:t>
            </a:r>
          </a:p>
        </p:txBody>
      </p:sp>
      <p:sp>
        <p:nvSpPr>
          <p:cNvPr id="3" name="">
            <a:extLst xmlns:a="http://schemas.openxmlformats.org/drawingml/2006/main">
              <a:ext uri="{FF2B5EF4-FFF2-40B4-BE49-F238E27FC236}">
                <a16:creationId xmlns:a16="http://schemas.microsoft.com/office/drawing/2014/main" id="{69D5BA9B-8EDA-463C-86DE-86C80FF57C40}"/>
              </a:ext>
            </a:extLst>
          </p:cNvPr>
          <p:cNvSpPr>
            <a:spLocks xmlns:a="http://schemas.openxmlformats.org/drawingml/2006/main" noGrp="1"/>
          </p:cNvSpPr>
          <p:nvPr/>
        </p:nvSpPr>
        <p:spPr>
          <a:xfrm xmlns:a="http://schemas.openxmlformats.org/drawingml/2006/main">
            <a:off x="609600" y="6467475"/>
            <a:ext cx="9048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G045 김용찬 · SK AI Leader Academy</a:t>
            </a:r>
          </a:p>
        </p:txBody>
      </p:sp>
      <p:sp>
        <p:nvSpPr>
          <p:cNvPr id="4" name="">
            <a:extLst xmlns:a="http://schemas.openxmlformats.org/drawingml/2006/main">
              <a:ext uri="{FF2B5EF4-FFF2-40B4-BE49-F238E27FC236}">
                <a16:creationId xmlns:a16="http://schemas.microsoft.com/office/drawing/2014/main" id="{7FEC4AB5-1893-415B-9267-6CFA4CE3CD8F}"/>
              </a:ext>
            </a:extLst>
          </p:cNvPr>
          <p:cNvSpPr>
            <a:spLocks xmlns:a="http://schemas.openxmlformats.org/drawingml/2006/main" noGrp="1"/>
          </p:cNvSpPr>
          <p:nvPr/>
        </p:nvSpPr>
        <p:spPr>
          <a:xfrm xmlns:a="http://schemas.openxmlformats.org/drawingml/2006/main">
            <a:off x="10287000" y="6467475"/>
            <a:ext cx="1333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2 / 15</a:t>
            </a:r>
          </a:p>
        </p:txBody>
      </p:sp>
      <p:sp>
        <p:nvSpPr>
          <p:cNvPr id="5" name="">
            <a:extLst xmlns:a="http://schemas.openxmlformats.org/drawingml/2006/main">
              <a:ext uri="{FF2B5EF4-FFF2-40B4-BE49-F238E27FC236}">
                <a16:creationId xmlns:a16="http://schemas.microsoft.com/office/drawing/2014/main" id="{B59B134E-7519-48C5-96F9-8ACFD0BC3964}"/>
              </a:ext>
            </a:extLst>
          </p:cNvPr>
          <p:cNvSpPr>
            <a:spLocks xmlns:a="http://schemas.openxmlformats.org/drawingml/2006/main" noGrp="1"/>
          </p:cNvSpPr>
          <p:nvPr/>
        </p:nvSpPr>
        <p:spPr>
          <a:xfrm xmlns:a="http://schemas.openxmlformats.org/drawingml/2006/main">
            <a:off x="609600" y="17811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2100" b="0">
                <a:solidFill>
                  <a:srgbClr val="173643"/>
                </a:solidFill>
                <a:latin typeface="Apple SD Gothic Neo"/>
                <a:ea typeface="Apple SD Gothic Neo"/>
                <a:cs typeface="Apple SD Gothic Neo"/>
              </a:defRPr>
            </a:defPPr>
            <a:lvl1pPr>
              <a:defRPr sz="2100" b="0">
                <a:solidFill>
                  <a:srgbClr val="173643"/>
                </a:solidFill>
                <a:latin typeface="Apple SD Gothic Neo"/>
                <a:ea typeface="Apple SD Gothic Neo"/>
                <a:cs typeface="Apple SD Gothic Neo"/>
              </a:defRPr>
            </a:lvl1pPr>
            <a:lvl2pPr>
              <a:defRPr sz="2100" b="0">
                <a:solidFill>
                  <a:srgbClr val="173643"/>
                </a:solidFill>
                <a:latin typeface="Apple SD Gothic Neo"/>
                <a:ea typeface="Apple SD Gothic Neo"/>
                <a:cs typeface="Apple SD Gothic Neo"/>
              </a:defRPr>
            </a:lvl2pPr>
            <a:lvl3pPr>
              <a:defRPr sz="2100" b="0">
                <a:solidFill>
                  <a:srgbClr val="173643"/>
                </a:solidFill>
                <a:latin typeface="Apple SD Gothic Neo"/>
                <a:ea typeface="Apple SD Gothic Neo"/>
                <a:cs typeface="Apple SD Gothic Neo"/>
              </a:defRPr>
            </a:lvl3pPr>
            <a:lvl4pPr>
              <a:defRPr sz="2100" b="0">
                <a:solidFill>
                  <a:srgbClr val="173643"/>
                </a:solidFill>
                <a:latin typeface="Apple SD Gothic Neo"/>
                <a:ea typeface="Apple SD Gothic Neo"/>
                <a:cs typeface="Apple SD Gothic Neo"/>
              </a:defRPr>
            </a:lvl4pPr>
            <a:lvl5pPr>
              <a:defRPr sz="2100" b="0">
                <a:solidFill>
                  <a:srgbClr val="173643"/>
                </a:solidFill>
                <a:latin typeface="Apple SD Gothic Neo"/>
                <a:ea typeface="Apple SD Gothic Neo"/>
                <a:cs typeface="Apple SD Gothic Neo"/>
              </a:defRPr>
            </a:lvl5pPr>
            <a:lvl6pPr>
              <a:defRPr sz="2100" b="0">
                <a:solidFill>
                  <a:srgbClr val="173643"/>
                </a:solidFill>
                <a:latin typeface="Apple SD Gothic Neo"/>
                <a:ea typeface="Apple SD Gothic Neo"/>
                <a:cs typeface="Apple SD Gothic Neo"/>
              </a:defRPr>
            </a:lvl6pPr>
            <a:lvl7pPr>
              <a:defRPr sz="2100" b="0">
                <a:solidFill>
                  <a:srgbClr val="173643"/>
                </a:solidFill>
                <a:latin typeface="Apple SD Gothic Neo"/>
                <a:ea typeface="Apple SD Gothic Neo"/>
                <a:cs typeface="Apple SD Gothic Neo"/>
              </a:defRPr>
            </a:lvl7pPr>
            <a:lvl8pPr>
              <a:defRPr sz="2100" b="0">
                <a:solidFill>
                  <a:srgbClr val="173643"/>
                </a:solidFill>
                <a:latin typeface="Apple SD Gothic Neo"/>
                <a:ea typeface="Apple SD Gothic Neo"/>
                <a:cs typeface="Apple SD Gothic Neo"/>
              </a:defRPr>
            </a:lvl8pPr>
            <a:lvl9pPr>
              <a:defRPr sz="2100" b="0">
                <a:solidFill>
                  <a:srgbClr val="173643"/>
                </a:solidFill>
                <a:latin typeface="Apple SD Gothic Neo"/>
                <a:ea typeface="Apple SD Gothic Neo"/>
                <a:cs typeface="Apple SD Gothic Neo"/>
              </a:defRPr>
            </a:lvl9pPr>
          </a:lstStyle>
          <a:p xmlns:a="http://schemas.openxmlformats.org/drawingml/2006/main">
            <a:pPr>
              <a:defRPr sz="2100" b="0">
                <a:solidFill>
                  <a:srgbClr val="173643"/>
                </a:solidFill>
                <a:latin typeface="Apple SD Gothic Neo"/>
                <a:ea typeface="Apple SD Gothic Neo"/>
                <a:cs typeface="Apple SD Gothic Neo"/>
              </a:defRPr>
            </a:pPr>
            <a:r>
              <a:rPr sz="2100" b="0">
                <a:solidFill>
                  <a:srgbClr val="173643"/>
                </a:solidFill>
                <a:latin typeface="Apple SD Gothic Neo"/>
                <a:ea typeface="Apple SD Gothic Neo"/>
                <a:cs typeface="Apple SD Gothic Neo"/>
              </a:rPr>
              <a:t>사용 상황: 새 검사 데이터에 어떤 모델을 사용할지 비교합니다.</a:t>
            </a:r>
          </a:p>
        </p:txBody>
      </p:sp>
      <p:sp>
        <p:nvSpPr>
          <p:cNvPr id="6" name="">
            <a:extLst xmlns:a="http://schemas.openxmlformats.org/drawingml/2006/main">
              <a:ext uri="{FF2B5EF4-FFF2-40B4-BE49-F238E27FC236}">
                <a16:creationId xmlns:a16="http://schemas.microsoft.com/office/drawing/2014/main" id="{93944B14-67E2-462E-AC41-F97BB0BACAE2}"/>
              </a:ext>
            </a:extLst>
          </p:cNvPr>
          <p:cNvSpPr>
            <a:spLocks xmlns:a="http://schemas.openxmlformats.org/drawingml/2006/main" noGrp="1"/>
          </p:cNvSpPr>
          <p:nvPr/>
        </p:nvSpPr>
        <p:spPr>
          <a:xfrm xmlns:a="http://schemas.openxmlformats.org/drawingml/2006/main">
            <a:off x="609600" y="2305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2100" b="0">
                <a:solidFill>
                  <a:srgbClr val="173643"/>
                </a:solidFill>
                <a:latin typeface="Apple SD Gothic Neo"/>
                <a:ea typeface="Apple SD Gothic Neo"/>
                <a:cs typeface="Apple SD Gothic Neo"/>
              </a:defRPr>
            </a:defPPr>
            <a:lvl1pPr>
              <a:defRPr sz="2100" b="0">
                <a:solidFill>
                  <a:srgbClr val="173643"/>
                </a:solidFill>
                <a:latin typeface="Apple SD Gothic Neo"/>
                <a:ea typeface="Apple SD Gothic Neo"/>
                <a:cs typeface="Apple SD Gothic Neo"/>
              </a:defRPr>
            </a:lvl1pPr>
            <a:lvl2pPr>
              <a:defRPr sz="2100" b="0">
                <a:solidFill>
                  <a:srgbClr val="173643"/>
                </a:solidFill>
                <a:latin typeface="Apple SD Gothic Neo"/>
                <a:ea typeface="Apple SD Gothic Neo"/>
                <a:cs typeface="Apple SD Gothic Neo"/>
              </a:defRPr>
            </a:lvl2pPr>
            <a:lvl3pPr>
              <a:defRPr sz="2100" b="0">
                <a:solidFill>
                  <a:srgbClr val="173643"/>
                </a:solidFill>
                <a:latin typeface="Apple SD Gothic Neo"/>
                <a:ea typeface="Apple SD Gothic Neo"/>
                <a:cs typeface="Apple SD Gothic Neo"/>
              </a:defRPr>
            </a:lvl3pPr>
            <a:lvl4pPr>
              <a:defRPr sz="2100" b="0">
                <a:solidFill>
                  <a:srgbClr val="173643"/>
                </a:solidFill>
                <a:latin typeface="Apple SD Gothic Neo"/>
                <a:ea typeface="Apple SD Gothic Neo"/>
                <a:cs typeface="Apple SD Gothic Neo"/>
              </a:defRPr>
            </a:lvl4pPr>
            <a:lvl5pPr>
              <a:defRPr sz="2100" b="0">
                <a:solidFill>
                  <a:srgbClr val="173643"/>
                </a:solidFill>
                <a:latin typeface="Apple SD Gothic Neo"/>
                <a:ea typeface="Apple SD Gothic Neo"/>
                <a:cs typeface="Apple SD Gothic Neo"/>
              </a:defRPr>
            </a:lvl5pPr>
            <a:lvl6pPr>
              <a:defRPr sz="2100" b="0">
                <a:solidFill>
                  <a:srgbClr val="173643"/>
                </a:solidFill>
                <a:latin typeface="Apple SD Gothic Neo"/>
                <a:ea typeface="Apple SD Gothic Neo"/>
                <a:cs typeface="Apple SD Gothic Neo"/>
              </a:defRPr>
            </a:lvl6pPr>
            <a:lvl7pPr>
              <a:defRPr sz="2100" b="0">
                <a:solidFill>
                  <a:srgbClr val="173643"/>
                </a:solidFill>
                <a:latin typeface="Apple SD Gothic Neo"/>
                <a:ea typeface="Apple SD Gothic Neo"/>
                <a:cs typeface="Apple SD Gothic Neo"/>
              </a:defRPr>
            </a:lvl7pPr>
            <a:lvl8pPr>
              <a:defRPr sz="2100" b="0">
                <a:solidFill>
                  <a:srgbClr val="173643"/>
                </a:solidFill>
                <a:latin typeface="Apple SD Gothic Neo"/>
                <a:ea typeface="Apple SD Gothic Neo"/>
                <a:cs typeface="Apple SD Gothic Neo"/>
              </a:defRPr>
            </a:lvl8pPr>
            <a:lvl9pPr>
              <a:defRPr sz="2100" b="0">
                <a:solidFill>
                  <a:srgbClr val="173643"/>
                </a:solidFill>
                <a:latin typeface="Apple SD Gothic Neo"/>
                <a:ea typeface="Apple SD Gothic Neo"/>
                <a:cs typeface="Apple SD Gothic Neo"/>
              </a:defRPr>
            </a:lvl9pPr>
          </a:lstStyle>
          <a:p xmlns:a="http://schemas.openxmlformats.org/drawingml/2006/main">
            <a:pPr>
              <a:defRPr sz="2100" b="0">
                <a:solidFill>
                  <a:srgbClr val="173643"/>
                </a:solidFill>
                <a:latin typeface="Apple SD Gothic Neo"/>
                <a:ea typeface="Apple SD Gothic Neo"/>
                <a:cs typeface="Apple SD Gothic Neo"/>
              </a:defRPr>
            </a:pPr>
            <a:r>
              <a:rPr sz="2100" b="0">
                <a:solidFill>
                  <a:srgbClr val="173643"/>
                </a:solidFill>
                <a:latin typeface="Apple SD Gothic Neo"/>
                <a:ea typeface="Apple SD Gothic Neo"/>
                <a:cs typeface="Apple SD Gothic Neo"/>
              </a:rPr>
              <a:t>같은 합성 센서 사례의 입력, 승인, 결과를 이어서 보여 줍니다.</a:t>
            </a:r>
          </a:p>
        </p:txBody>
      </p:sp>
      <p:graphicFrame>
        <p:nvGraphicFramePr>
          <p:cNvPr id="7" name="">
            <a:extLst xmlns:a="http://schemas.openxmlformats.org/drawingml/2006/main">
              <a:ext uri="{FF2B5EF4-FFF2-40B4-BE49-F238E27FC236}">
                <a16:creationId xmlns:a16="http://schemas.microsoft.com/office/drawing/2014/main" id="{559332FC-00FE-47D9-A97A-E367B0009E09}"/>
              </a:ext>
            </a:extLst>
          </p:cNvPr>
          <p:cNvGraphicFramePr/>
          <p:nvPr/>
        </p:nvGraphicFramePr>
        <p:xfrm>
          <a:off xmlns:a="http://schemas.openxmlformats.org/drawingml/2006/main" x="609600" y="3000375"/>
          <a:ext xmlns:a="http://schemas.openxmlformats.org/drawingml/2006/main" cx="10972800" cy="3048000"/>
        </p:xfrm>
        <a:graphic xmlns:a="http://schemas.openxmlformats.org/drawingml/2006/main">
          <a:graphicData uri="http://schemas.openxmlformats.org/drawingml/2006/table">
            <a:tbl>
              <a:tblPr/>
              <a:tblGrid>
                <a:gridCol w="2238375"/>
                <a:gridCol w="4048125"/>
                <a:gridCol w="4686300"/>
              </a:tblGrid>
              <a:tr h="609600">
                <a:tc>
                  <a:txBody>
                    <a:bodyPr/>
                    <a:lstStyle/>
                    <a:p>
                      <a:r>
                        <a:rPr sz="1875" b="1">
                          <a:solidFill>
                            <a:srgbClr val="13747A"/>
                          </a:solidFill>
                          <a:latin typeface="Apple SD Gothic Neo"/>
                          <a:ea typeface="Apple SD Gothic Neo"/>
                          <a:cs typeface="Apple SD Gothic Neo"/>
                        </a:rPr>
                        <a:t>단계</a:t>
                      </a:r>
                    </a:p>
                  </a:txBody>
                  <a:tcPr marL="152400" marR="133350" marT="85725" marB="85725" anchor="ctr">
                    <a:lnL w="9525">
                      <a:solidFill>
                        <a:srgbClr val="D5E0E4"/>
                      </a:solidFill>
                      <a:prstDash val="solid"/>
                    </a:lnL>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c>
                  <a:txBody>
                    <a:bodyPr/>
                    <a:lstStyle/>
                    <a:p>
                      <a:r>
                        <a:rPr sz="1875" b="1">
                          <a:solidFill>
                            <a:srgbClr val="13747A"/>
                          </a:solidFill>
                          <a:latin typeface="Apple SD Gothic Neo"/>
                          <a:ea typeface="Apple SD Gothic Neo"/>
                          <a:cs typeface="Apple SD Gothic Neo"/>
                        </a:rPr>
                        <a:t>엔지니어의 행동</a:t>
                      </a:r>
                    </a:p>
                  </a:txBody>
                  <a:tcPr marL="152400" marR="133350" marT="85725" marB="85725" anchor="ctr">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c>
                  <a:txBody>
                    <a:bodyPr/>
                    <a:lstStyle/>
                    <a:p>
                      <a:r>
                        <a:rPr sz="1875" b="1">
                          <a:solidFill>
                            <a:srgbClr val="13747A"/>
                          </a:solidFill>
                          <a:latin typeface="Apple SD Gothic Neo"/>
                          <a:ea typeface="Apple SD Gothic Neo"/>
                          <a:cs typeface="Apple SD Gothic Neo"/>
                        </a:rPr>
                        <a:t>Agent가 보여 주는 결과</a:t>
                      </a:r>
                    </a:p>
                  </a:txBody>
                  <a:tcPr marL="152400" marR="133350" marT="85725" marB="85725" anchor="ctr">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r>
              <a:tr h="609600">
                <a:tc>
                  <a:txBody>
                    <a:bodyPr/>
                    <a:lstStyle/>
                    <a:p>
                      <a:r>
                        <a:rPr sz="1875" b="0">
                          <a:solidFill>
                            <a:srgbClr val="173643"/>
                          </a:solidFill>
                          <a:latin typeface="Apple SD Gothic Neo"/>
                          <a:ea typeface="Apple SD Gothic Neo"/>
                          <a:cs typeface="Apple SD Gothic Neo"/>
                        </a:rPr>
                        <a:t>1. 데이터 선택</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FFFFF"/>
                    </a:solidFill>
                  </a:tcPr>
                </a:tc>
                <a:tc>
                  <a:txBody>
                    <a:bodyPr/>
                    <a:lstStyle/>
                    <a:p>
                      <a:r>
                        <a:rPr sz="1875" b="0">
                          <a:solidFill>
                            <a:srgbClr val="173643"/>
                          </a:solidFill>
                          <a:latin typeface="Apple SD Gothic Neo"/>
                          <a:ea typeface="Apple SD Gothic Neo"/>
                          <a:cs typeface="Apple SD Gothic Neo"/>
                        </a:rPr>
                        <a:t>제품 A–D 합성 센서 선택</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c>
                  <a:txBody>
                    <a:bodyPr/>
                    <a:lstStyle/>
                    <a:p>
                      <a:r>
                        <a:rPr sz="1875" b="0">
                          <a:solidFill>
                            <a:srgbClr val="173643"/>
                          </a:solidFill>
                          <a:latin typeface="Apple SD Gothic Neo"/>
                          <a:ea typeface="Apple SD Gothic Neo"/>
                          <a:cs typeface="Apple SD Gothic Neo"/>
                        </a:rPr>
                        <a:t>1,280건·불량201건 점검</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r>
              <a:tr h="609600">
                <a:tc>
                  <a:txBody>
                    <a:bodyPr/>
                    <a:lstStyle/>
                    <a:p>
                      <a:r>
                        <a:rPr sz="1875" b="0">
                          <a:solidFill>
                            <a:srgbClr val="173643"/>
                          </a:solidFill>
                          <a:latin typeface="Apple SD Gothic Neo"/>
                          <a:ea typeface="Apple SD Gothic Neo"/>
                          <a:cs typeface="Apple SD Gothic Neo"/>
                        </a:rPr>
                        <a:t>2. 계획 확인</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1F5F6"/>
                    </a:solidFill>
                  </a:tcPr>
                </a:tc>
                <a:tc>
                  <a:txBody>
                    <a:bodyPr/>
                    <a:lstStyle/>
                    <a:p>
                      <a:r>
                        <a:rPr sz="1875" b="0">
                          <a:solidFill>
                            <a:srgbClr val="173643"/>
                          </a:solidFill>
                          <a:latin typeface="Apple SD Gothic Neo"/>
                          <a:ea typeface="Apple SD Gothic Neo"/>
                          <a:cs typeface="Apple SD Gothic Neo"/>
                        </a:rPr>
                        <a:t>비교 계획 제안받기</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c>
                  <a:txBody>
                    <a:bodyPr/>
                    <a:lstStyle/>
                    <a:p>
                      <a:r>
                        <a:rPr sz="1875" b="0">
                          <a:solidFill>
                            <a:srgbClr val="173643"/>
                          </a:solidFill>
                          <a:latin typeface="Apple SD Gothic Neo"/>
                          <a:ea typeface="Apple SD Gothic Neo"/>
                          <a:cs typeface="Apple SD Gothic Neo"/>
                        </a:rPr>
                        <a:t>전처리 이유·12모델·최대52조건</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r>
              <a:tr h="609600">
                <a:tc>
                  <a:txBody>
                    <a:bodyPr/>
                    <a:lstStyle/>
                    <a:p>
                      <a:r>
                        <a:rPr sz="1875" b="0">
                          <a:solidFill>
                            <a:srgbClr val="173643"/>
                          </a:solidFill>
                          <a:latin typeface="Apple SD Gothic Neo"/>
                          <a:ea typeface="Apple SD Gothic Neo"/>
                          <a:cs typeface="Apple SD Gothic Neo"/>
                        </a:rPr>
                        <a:t>3. 승인·학습</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FFFFF"/>
                    </a:solidFill>
                  </a:tcPr>
                </a:tc>
                <a:tc>
                  <a:txBody>
                    <a:bodyPr/>
                    <a:lstStyle/>
                    <a:p>
                      <a:r>
                        <a:rPr sz="1875" b="0">
                          <a:solidFill>
                            <a:srgbClr val="173643"/>
                          </a:solidFill>
                          <a:latin typeface="Apple SD Gothic Neo"/>
                          <a:ea typeface="Apple SD Gothic Neo"/>
                          <a:cs typeface="Apple SD Gothic Neo"/>
                        </a:rPr>
                        <a:t>계획 승인·학습 시작</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c>
                  <a:txBody>
                    <a:bodyPr/>
                    <a:lstStyle/>
                    <a:p>
                      <a:r>
                        <a:rPr sz="1875" b="0">
                          <a:solidFill>
                            <a:srgbClr val="173643"/>
                          </a:solidFill>
                          <a:latin typeface="Apple SD Gothic Neo"/>
                          <a:ea typeface="Apple SD Gothic Neo"/>
                          <a:cs typeface="Apple SD Gothic Neo"/>
                        </a:rPr>
                        <a:t>실제 학습·Validation 후보 선택</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r>
              <a:tr h="609600">
                <a:tc>
                  <a:txBody>
                    <a:bodyPr/>
                    <a:lstStyle/>
                    <a:p>
                      <a:r>
                        <a:rPr sz="1875" b="0">
                          <a:solidFill>
                            <a:srgbClr val="173643"/>
                          </a:solidFill>
                          <a:latin typeface="Apple SD Gothic Neo"/>
                          <a:ea typeface="Apple SD Gothic Neo"/>
                          <a:cs typeface="Apple SD Gothic Neo"/>
                        </a:rPr>
                        <a:t>4. 실험 결론</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1F5F6"/>
                    </a:solidFill>
                  </a:tcPr>
                </a:tc>
                <a:tc>
                  <a:txBody>
                    <a:bodyPr/>
                    <a:lstStyle/>
                    <a:p>
                      <a:r>
                        <a:rPr sz="1875" b="0">
                          <a:solidFill>
                            <a:srgbClr val="173643"/>
                          </a:solidFill>
                          <a:latin typeface="Apple SD Gothic Neo"/>
                          <a:ea typeface="Apple SD Gothic Neo"/>
                          <a:cs typeface="Apple SD Gothic Neo"/>
                        </a:rPr>
                        <a:t>같은 Test 결과 확인</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c>
                  <a:txBody>
                    <a:bodyPr/>
                    <a:lstStyle/>
                    <a:p>
                      <a:r>
                        <a:rPr sz="1875" b="0">
                          <a:solidFill>
                            <a:srgbClr val="173643"/>
                          </a:solidFill>
                          <a:latin typeface="Apple SD Gothic Neo"/>
                          <a:ea typeface="Apple SD Gothic Neo"/>
                          <a:cs typeface="Apple SD Gothic Neo"/>
                        </a:rPr>
                        <a:t>CatBoost 후보·Recall84.4%</a:t>
                      </a:r>
                    </a:p>
                    <a:p>
                      <a:r>
                        <a:rPr sz="1875" b="0">
                          <a:solidFill>
                            <a:srgbClr val="173643"/>
                          </a:solidFill>
                          <a:latin typeface="Apple SD Gothic Neo"/>
                          <a:ea typeface="Apple SD Gothic Neo"/>
                          <a:cs typeface="Apple SD Gothic Neo"/>
                        </a:rPr>
                        <a:t>시연 목표 미달·추가 실험 필요</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r>
            </a:tbl>
          </a:graphicData>
        </a:graphic>
      </p:graphicFrame>
    </p:spTree>
    <p:extLst>
      <p:ext uri="{BB962C8B-B14F-4D97-AF65-F5344CB8AC3E}">
        <p14:creationId xmlns:p14="http://schemas.microsoft.com/office/powerpoint/2010/main" val="1234854005"/>
      </p:ext>
    </p:extLst>
  </p:cSld>
</p:sld>
</file>

<file path=ppt/slides/slide3.xml><?xml version="1.0" encoding="utf-8"?>
<p:sld xmlns:p="http://schemas.openxmlformats.org/presentationml/2006/main">
  <p:cSld>
    <p:bg>
      <p:bgPr>
        <a:solidFill xmlns:a="http://schemas.openxmlformats.org/drawingml/2006/main">
          <a:srgbClr val="F7F9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560CF79-31F4-4D6C-843F-90BE16D74CE3}"/>
              </a:ext>
            </a:extLst>
          </p:cNvPr>
          <p:cNvSpPr>
            <a:spLocks xmlns:a="http://schemas.openxmlformats.org/drawingml/2006/main" noGrp="1"/>
          </p:cNvSpPr>
          <p:nvPr/>
        </p:nvSpPr>
        <p:spPr>
          <a:xfrm xmlns:a="http://schemas.openxmlformats.org/drawingml/2006/main">
            <a:off x="609600" y="228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75" b="1">
                <a:solidFill>
                  <a:srgbClr val="13747A"/>
                </a:solidFill>
                <a:latin typeface="Apple SD Gothic Neo"/>
                <a:ea typeface="Apple SD Gothic Neo"/>
                <a:cs typeface="Apple SD Gothic Neo"/>
              </a:defRPr>
            </a:defPPr>
            <a:lvl1pPr>
              <a:defRPr sz="1275" b="1">
                <a:solidFill>
                  <a:srgbClr val="13747A"/>
                </a:solidFill>
                <a:latin typeface="Apple SD Gothic Neo"/>
                <a:ea typeface="Apple SD Gothic Neo"/>
                <a:cs typeface="Apple SD Gothic Neo"/>
              </a:defRPr>
            </a:lvl1pPr>
            <a:lvl2pPr>
              <a:defRPr sz="1275" b="1">
                <a:solidFill>
                  <a:srgbClr val="13747A"/>
                </a:solidFill>
                <a:latin typeface="Apple SD Gothic Neo"/>
                <a:ea typeface="Apple SD Gothic Neo"/>
                <a:cs typeface="Apple SD Gothic Neo"/>
              </a:defRPr>
            </a:lvl2pPr>
            <a:lvl3pPr>
              <a:defRPr sz="1275" b="1">
                <a:solidFill>
                  <a:srgbClr val="13747A"/>
                </a:solidFill>
                <a:latin typeface="Apple SD Gothic Neo"/>
                <a:ea typeface="Apple SD Gothic Neo"/>
                <a:cs typeface="Apple SD Gothic Neo"/>
              </a:defRPr>
            </a:lvl3pPr>
            <a:lvl4pPr>
              <a:defRPr sz="1275" b="1">
                <a:solidFill>
                  <a:srgbClr val="13747A"/>
                </a:solidFill>
                <a:latin typeface="Apple SD Gothic Neo"/>
                <a:ea typeface="Apple SD Gothic Neo"/>
                <a:cs typeface="Apple SD Gothic Neo"/>
              </a:defRPr>
            </a:lvl4pPr>
            <a:lvl5pPr>
              <a:defRPr sz="1275" b="1">
                <a:solidFill>
                  <a:srgbClr val="13747A"/>
                </a:solidFill>
                <a:latin typeface="Apple SD Gothic Neo"/>
                <a:ea typeface="Apple SD Gothic Neo"/>
                <a:cs typeface="Apple SD Gothic Neo"/>
              </a:defRPr>
            </a:lvl5pPr>
            <a:lvl6pPr>
              <a:defRPr sz="1275" b="1">
                <a:solidFill>
                  <a:srgbClr val="13747A"/>
                </a:solidFill>
                <a:latin typeface="Apple SD Gothic Neo"/>
                <a:ea typeface="Apple SD Gothic Neo"/>
                <a:cs typeface="Apple SD Gothic Neo"/>
              </a:defRPr>
            </a:lvl6pPr>
            <a:lvl7pPr>
              <a:defRPr sz="1275" b="1">
                <a:solidFill>
                  <a:srgbClr val="13747A"/>
                </a:solidFill>
                <a:latin typeface="Apple SD Gothic Neo"/>
                <a:ea typeface="Apple SD Gothic Neo"/>
                <a:cs typeface="Apple SD Gothic Neo"/>
              </a:defRPr>
            </a:lvl7pPr>
            <a:lvl8pPr>
              <a:defRPr sz="1275" b="1">
                <a:solidFill>
                  <a:srgbClr val="13747A"/>
                </a:solidFill>
                <a:latin typeface="Apple SD Gothic Neo"/>
                <a:ea typeface="Apple SD Gothic Neo"/>
                <a:cs typeface="Apple SD Gothic Neo"/>
              </a:defRPr>
            </a:lvl8pPr>
            <a:lvl9pPr>
              <a:defRPr sz="1275" b="1">
                <a:solidFill>
                  <a:srgbClr val="13747A"/>
                </a:solidFill>
                <a:latin typeface="Apple SD Gothic Neo"/>
                <a:ea typeface="Apple SD Gothic Neo"/>
                <a:cs typeface="Apple SD Gothic Neo"/>
              </a:defRPr>
            </a:lvl9pPr>
          </a:lstStyle>
          <a:p xmlns:a="http://schemas.openxmlformats.org/drawingml/2006/main">
            <a:pPr>
              <a:defRPr sz="1275" b="1">
                <a:solidFill>
                  <a:srgbClr val="13747A"/>
                </a:solidFill>
                <a:latin typeface="Apple SD Gothic Neo"/>
                <a:ea typeface="Apple SD Gothic Neo"/>
                <a:cs typeface="Apple SD Gothic Neo"/>
              </a:defRPr>
            </a:pPr>
            <a:r>
              <a:rPr sz="1275" b="1">
                <a:solidFill>
                  <a:srgbClr val="13747A"/>
                </a:solidFill>
                <a:latin typeface="Apple SD Gothic Neo"/>
                <a:ea typeface="Apple SD Gothic Neo"/>
                <a:cs typeface="Apple SD Gothic Neo"/>
              </a:rPr>
              <a:t>본 실험 1/3 · 정상/불량 정답이 있는 합성 센서</a:t>
            </a:r>
          </a:p>
        </p:txBody>
      </p:sp>
      <p:sp>
        <p:nvSpPr>
          <p:cNvPr id="2" name="">
            <a:extLst xmlns:a="http://schemas.openxmlformats.org/drawingml/2006/main">
              <a:ext uri="{FF2B5EF4-FFF2-40B4-BE49-F238E27FC236}">
                <a16:creationId xmlns:a16="http://schemas.microsoft.com/office/drawing/2014/main" id="{D9AFDC75-D0DB-45AC-814D-78AF061ABEF4}"/>
              </a:ext>
            </a:extLst>
          </p:cNvPr>
          <p:cNvSpPr>
            <a:spLocks xmlns:a="http://schemas.openxmlformats.org/drawingml/2006/main" noGrp="1"/>
          </p:cNvSpPr>
          <p:nvPr/>
        </p:nvSpPr>
        <p:spPr>
          <a:xfrm xmlns:a="http://schemas.openxmlformats.org/drawingml/2006/main">
            <a:off x="609600" y="6858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3150" b="1">
                <a:solidFill>
                  <a:srgbClr val="173643"/>
                </a:solidFill>
                <a:latin typeface="Apple SD Gothic Neo"/>
                <a:ea typeface="Apple SD Gothic Neo"/>
                <a:cs typeface="Apple SD Gothic Neo"/>
              </a:defRPr>
            </a:defPPr>
            <a:lvl1pPr>
              <a:defRPr sz="3150" b="1">
                <a:solidFill>
                  <a:srgbClr val="173643"/>
                </a:solidFill>
                <a:latin typeface="Apple SD Gothic Neo"/>
                <a:ea typeface="Apple SD Gothic Neo"/>
                <a:cs typeface="Apple SD Gothic Neo"/>
              </a:defRPr>
            </a:lvl1pPr>
            <a:lvl2pPr>
              <a:defRPr sz="3150" b="1">
                <a:solidFill>
                  <a:srgbClr val="173643"/>
                </a:solidFill>
                <a:latin typeface="Apple SD Gothic Neo"/>
                <a:ea typeface="Apple SD Gothic Neo"/>
                <a:cs typeface="Apple SD Gothic Neo"/>
              </a:defRPr>
            </a:lvl2pPr>
            <a:lvl3pPr>
              <a:defRPr sz="3150" b="1">
                <a:solidFill>
                  <a:srgbClr val="173643"/>
                </a:solidFill>
                <a:latin typeface="Apple SD Gothic Neo"/>
                <a:ea typeface="Apple SD Gothic Neo"/>
                <a:cs typeface="Apple SD Gothic Neo"/>
              </a:defRPr>
            </a:lvl3pPr>
            <a:lvl4pPr>
              <a:defRPr sz="3150" b="1">
                <a:solidFill>
                  <a:srgbClr val="173643"/>
                </a:solidFill>
                <a:latin typeface="Apple SD Gothic Neo"/>
                <a:ea typeface="Apple SD Gothic Neo"/>
                <a:cs typeface="Apple SD Gothic Neo"/>
              </a:defRPr>
            </a:lvl4pPr>
            <a:lvl5pPr>
              <a:defRPr sz="3150" b="1">
                <a:solidFill>
                  <a:srgbClr val="173643"/>
                </a:solidFill>
                <a:latin typeface="Apple SD Gothic Neo"/>
                <a:ea typeface="Apple SD Gothic Neo"/>
                <a:cs typeface="Apple SD Gothic Neo"/>
              </a:defRPr>
            </a:lvl5pPr>
            <a:lvl6pPr>
              <a:defRPr sz="3150" b="1">
                <a:solidFill>
                  <a:srgbClr val="173643"/>
                </a:solidFill>
                <a:latin typeface="Apple SD Gothic Neo"/>
                <a:ea typeface="Apple SD Gothic Neo"/>
                <a:cs typeface="Apple SD Gothic Neo"/>
              </a:defRPr>
            </a:lvl6pPr>
            <a:lvl7pPr>
              <a:defRPr sz="3150" b="1">
                <a:solidFill>
                  <a:srgbClr val="173643"/>
                </a:solidFill>
                <a:latin typeface="Apple SD Gothic Neo"/>
                <a:ea typeface="Apple SD Gothic Neo"/>
                <a:cs typeface="Apple SD Gothic Neo"/>
              </a:defRPr>
            </a:lvl7pPr>
            <a:lvl8pPr>
              <a:defRPr sz="3150" b="1">
                <a:solidFill>
                  <a:srgbClr val="173643"/>
                </a:solidFill>
                <a:latin typeface="Apple SD Gothic Neo"/>
                <a:ea typeface="Apple SD Gothic Neo"/>
                <a:cs typeface="Apple SD Gothic Neo"/>
              </a:defRPr>
            </a:lvl8pPr>
            <a:lvl9pPr>
              <a:defRPr sz="3150" b="1">
                <a:solidFill>
                  <a:srgbClr val="173643"/>
                </a:solidFill>
                <a:latin typeface="Apple SD Gothic Neo"/>
                <a:ea typeface="Apple SD Gothic Neo"/>
                <a:cs typeface="Apple SD Gothic Neo"/>
              </a:defRPr>
            </a:lvl9pPr>
          </a:lstStyle>
          <a:p xmlns:a="http://schemas.openxmlformats.org/drawingml/2006/main">
            <a:pPr>
              <a:defRPr sz="3150" b="1">
                <a:solidFill>
                  <a:srgbClr val="173643"/>
                </a:solidFill>
                <a:latin typeface="Apple SD Gothic Neo"/>
                <a:ea typeface="Apple SD Gothic Neo"/>
                <a:cs typeface="Apple SD Gothic Neo"/>
              </a:defRPr>
            </a:pPr>
            <a:r>
              <a:rPr sz="3150" b="1">
                <a:solidFill>
                  <a:srgbClr val="173643"/>
                </a:solidFill>
                <a:latin typeface="Apple SD Gothic Neo"/>
                <a:ea typeface="Apple SD Gothic Neo"/>
                <a:cs typeface="Apple SD Gothic Neo"/>
              </a:rPr>
              <a:t>데이터 선택 후 비교 계획을 요청합니다</a:t>
            </a:r>
          </a:p>
        </p:txBody>
      </p:sp>
      <p:sp>
        <p:nvSpPr>
          <p:cNvPr id="3" name="">
            <a:extLst xmlns:a="http://schemas.openxmlformats.org/drawingml/2006/main">
              <a:ext uri="{FF2B5EF4-FFF2-40B4-BE49-F238E27FC236}">
                <a16:creationId xmlns:a16="http://schemas.microsoft.com/office/drawing/2014/main" id="{F67E262B-EA1B-44C5-B9FD-10D241DFD5B6}"/>
              </a:ext>
            </a:extLst>
          </p:cNvPr>
          <p:cNvSpPr>
            <a:spLocks xmlns:a="http://schemas.openxmlformats.org/drawingml/2006/main" noGrp="1"/>
          </p:cNvSpPr>
          <p:nvPr/>
        </p:nvSpPr>
        <p:spPr>
          <a:xfrm xmlns:a="http://schemas.openxmlformats.org/drawingml/2006/main">
            <a:off x="609600" y="6467475"/>
            <a:ext cx="9048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G045 김용찬 · SK AI Leader Academy</a:t>
            </a:r>
          </a:p>
        </p:txBody>
      </p:sp>
      <p:sp>
        <p:nvSpPr>
          <p:cNvPr id="4" name="">
            <a:extLst xmlns:a="http://schemas.openxmlformats.org/drawingml/2006/main">
              <a:ext uri="{FF2B5EF4-FFF2-40B4-BE49-F238E27FC236}">
                <a16:creationId xmlns:a16="http://schemas.microsoft.com/office/drawing/2014/main" id="{874CC994-078C-44BA-8184-D0B7AE50C759}"/>
              </a:ext>
            </a:extLst>
          </p:cNvPr>
          <p:cNvSpPr>
            <a:spLocks xmlns:a="http://schemas.openxmlformats.org/drawingml/2006/main" noGrp="1"/>
          </p:cNvSpPr>
          <p:nvPr/>
        </p:nvSpPr>
        <p:spPr>
          <a:xfrm xmlns:a="http://schemas.openxmlformats.org/drawingml/2006/main">
            <a:off x="10287000" y="6467475"/>
            <a:ext cx="1333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3 / 15</a:t>
            </a:r>
          </a:p>
        </p:txBody>
      </p:sp>
      <p:pic>
        <p:nvPicPr>
          <p:cNvPr id="5" name="">
            <a:extLst xmlns:a="http://schemas.openxmlformats.org/drawingml/2006/main">
              <a:ext uri="{FF2B5EF4-FFF2-40B4-BE49-F238E27FC236}">
                <a16:creationId xmlns:a16="http://schemas.microsoft.com/office/drawing/2014/main" id="{B2553B8B-8683-42CB-9020-ED1F128E401E}"/>
              </a:ext>
            </a:extLst>
          </p:cNvPr>
          <p:cNvPicPr>
            <a:picLocks xmlns:a="http://schemas.openxmlformats.org/drawingml/2006/main" noChangeAspect="1"/>
          </p:cNvPicPr>
          <p:nvPr/>
        </p:nvPicPr>
        <p:blipFill>
          <a:blip xmlns:r="http://schemas.openxmlformats.org/officeDocument/2006/relationships" xmlns:a="http://schemas.openxmlformats.org/drawingml/2006/main" r:embed="R32f31d1584904551"/>
          <a:srcRect xmlns:a="http://schemas.openxmlformats.org/drawingml/2006/main" l="11000" t="4000" r="12000" b="33000"/>
          <a:stretch xmlns:a="http://schemas.openxmlformats.org/drawingml/2006/main"/>
        </p:blipFill>
        <p:spPr>
          <a:xfrm xmlns:a="http://schemas.openxmlformats.org/drawingml/2006/main">
            <a:off x="609600" y="1695450"/>
            <a:ext cx="10972800" cy="37147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1C8EBFA6-9A03-4C02-87D8-801CC4C9C06A}"/>
              </a:ext>
            </a:extLst>
          </p:cNvPr>
          <p:cNvSpPr>
            <a:spLocks xmlns:a="http://schemas.openxmlformats.org/drawingml/2006/main" noGrp="1"/>
          </p:cNvSpPr>
          <p:nvPr/>
        </p:nvSpPr>
        <p:spPr>
          <a:xfrm xmlns:a="http://schemas.openxmlformats.org/drawingml/2006/main">
            <a:off x="609600" y="55149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875" b="0">
                <a:solidFill>
                  <a:srgbClr val="173643"/>
                </a:solidFill>
                <a:latin typeface="Apple SD Gothic Neo"/>
                <a:ea typeface="Apple SD Gothic Neo"/>
                <a:cs typeface="Apple SD Gothic Neo"/>
              </a:defRPr>
            </a:defPPr>
            <a:lvl1pPr>
              <a:defRPr sz="1875" b="0">
                <a:solidFill>
                  <a:srgbClr val="173643"/>
                </a:solidFill>
                <a:latin typeface="Apple SD Gothic Neo"/>
                <a:ea typeface="Apple SD Gothic Neo"/>
                <a:cs typeface="Apple SD Gothic Neo"/>
              </a:defRPr>
            </a:lvl1pPr>
            <a:lvl2pPr>
              <a:defRPr sz="1875" b="0">
                <a:solidFill>
                  <a:srgbClr val="173643"/>
                </a:solidFill>
                <a:latin typeface="Apple SD Gothic Neo"/>
                <a:ea typeface="Apple SD Gothic Neo"/>
                <a:cs typeface="Apple SD Gothic Neo"/>
              </a:defRPr>
            </a:lvl2pPr>
            <a:lvl3pPr>
              <a:defRPr sz="1875" b="0">
                <a:solidFill>
                  <a:srgbClr val="173643"/>
                </a:solidFill>
                <a:latin typeface="Apple SD Gothic Neo"/>
                <a:ea typeface="Apple SD Gothic Neo"/>
                <a:cs typeface="Apple SD Gothic Neo"/>
              </a:defRPr>
            </a:lvl3pPr>
            <a:lvl4pPr>
              <a:defRPr sz="1875" b="0">
                <a:solidFill>
                  <a:srgbClr val="173643"/>
                </a:solidFill>
                <a:latin typeface="Apple SD Gothic Neo"/>
                <a:ea typeface="Apple SD Gothic Neo"/>
                <a:cs typeface="Apple SD Gothic Neo"/>
              </a:defRPr>
            </a:lvl4pPr>
            <a:lvl5pPr>
              <a:defRPr sz="1875" b="0">
                <a:solidFill>
                  <a:srgbClr val="173643"/>
                </a:solidFill>
                <a:latin typeface="Apple SD Gothic Neo"/>
                <a:ea typeface="Apple SD Gothic Neo"/>
                <a:cs typeface="Apple SD Gothic Neo"/>
              </a:defRPr>
            </a:lvl5pPr>
            <a:lvl6pPr>
              <a:defRPr sz="1875" b="0">
                <a:solidFill>
                  <a:srgbClr val="173643"/>
                </a:solidFill>
                <a:latin typeface="Apple SD Gothic Neo"/>
                <a:ea typeface="Apple SD Gothic Neo"/>
                <a:cs typeface="Apple SD Gothic Neo"/>
              </a:defRPr>
            </a:lvl6pPr>
            <a:lvl7pPr>
              <a:defRPr sz="1875" b="0">
                <a:solidFill>
                  <a:srgbClr val="173643"/>
                </a:solidFill>
                <a:latin typeface="Apple SD Gothic Neo"/>
                <a:ea typeface="Apple SD Gothic Neo"/>
                <a:cs typeface="Apple SD Gothic Neo"/>
              </a:defRPr>
            </a:lvl7pPr>
            <a:lvl8pPr>
              <a:defRPr sz="1875" b="0">
                <a:solidFill>
                  <a:srgbClr val="173643"/>
                </a:solidFill>
                <a:latin typeface="Apple SD Gothic Neo"/>
                <a:ea typeface="Apple SD Gothic Neo"/>
                <a:cs typeface="Apple SD Gothic Neo"/>
              </a:defRPr>
            </a:lvl8pPr>
            <a:lvl9pPr>
              <a:defRPr sz="1875" b="0">
                <a:solidFill>
                  <a:srgbClr val="173643"/>
                </a:solidFill>
                <a:latin typeface="Apple SD Gothic Neo"/>
                <a:ea typeface="Apple SD Gothic Neo"/>
                <a:cs typeface="Apple SD Gothic Neo"/>
              </a:defRPr>
            </a:lvl9pPr>
          </a:lstStyle>
          <a:p xmlns:a="http://schemas.openxmlformats.org/drawingml/2006/main">
            <a:pPr>
              <a:defRPr sz="1875" b="0">
                <a:solidFill>
                  <a:srgbClr val="173643"/>
                </a:solidFill>
                <a:latin typeface="Apple SD Gothic Neo"/>
                <a:ea typeface="Apple SD Gothic Neo"/>
                <a:cs typeface="Apple SD Gothic Neo"/>
              </a:defRPr>
            </a:pPr>
            <a:r>
              <a:rPr sz="1875" b="0">
                <a:solidFill>
                  <a:srgbClr val="173643"/>
                </a:solidFill>
                <a:latin typeface="Apple SD Gothic Neo"/>
                <a:ea typeface="Apple SD Gothic Neo"/>
                <a:cs typeface="Apple SD Gothic Neo"/>
              </a:rPr>
              <a:t>선택: 제품 A–D 합성 센서 1,280건, 불량201건</a:t>
            </a:r>
          </a:p>
        </p:txBody>
      </p:sp>
      <p:sp>
        <p:nvSpPr>
          <p:cNvPr id="7" name="">
            <a:extLst xmlns:a="http://schemas.openxmlformats.org/drawingml/2006/main">
              <a:ext uri="{FF2B5EF4-FFF2-40B4-BE49-F238E27FC236}">
                <a16:creationId xmlns:a16="http://schemas.microsoft.com/office/drawing/2014/main" id="{C7B14D9A-4DB2-4612-B7F7-24858E6F1860}"/>
              </a:ext>
            </a:extLst>
          </p:cNvPr>
          <p:cNvSpPr>
            <a:spLocks xmlns:a="http://schemas.openxmlformats.org/drawingml/2006/main" noGrp="1"/>
          </p:cNvSpPr>
          <p:nvPr/>
        </p:nvSpPr>
        <p:spPr>
          <a:xfrm xmlns:a="http://schemas.openxmlformats.org/drawingml/2006/main">
            <a:off x="609600" y="58769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875" b="0">
                <a:solidFill>
                  <a:srgbClr val="173643"/>
                </a:solidFill>
                <a:latin typeface="Apple SD Gothic Neo"/>
                <a:ea typeface="Apple SD Gothic Neo"/>
                <a:cs typeface="Apple SD Gothic Neo"/>
              </a:defRPr>
            </a:defPPr>
            <a:lvl1pPr>
              <a:defRPr sz="1875" b="0">
                <a:solidFill>
                  <a:srgbClr val="173643"/>
                </a:solidFill>
                <a:latin typeface="Apple SD Gothic Neo"/>
                <a:ea typeface="Apple SD Gothic Neo"/>
                <a:cs typeface="Apple SD Gothic Neo"/>
              </a:defRPr>
            </a:lvl1pPr>
            <a:lvl2pPr>
              <a:defRPr sz="1875" b="0">
                <a:solidFill>
                  <a:srgbClr val="173643"/>
                </a:solidFill>
                <a:latin typeface="Apple SD Gothic Neo"/>
                <a:ea typeface="Apple SD Gothic Neo"/>
                <a:cs typeface="Apple SD Gothic Neo"/>
              </a:defRPr>
            </a:lvl2pPr>
            <a:lvl3pPr>
              <a:defRPr sz="1875" b="0">
                <a:solidFill>
                  <a:srgbClr val="173643"/>
                </a:solidFill>
                <a:latin typeface="Apple SD Gothic Neo"/>
                <a:ea typeface="Apple SD Gothic Neo"/>
                <a:cs typeface="Apple SD Gothic Neo"/>
              </a:defRPr>
            </a:lvl3pPr>
            <a:lvl4pPr>
              <a:defRPr sz="1875" b="0">
                <a:solidFill>
                  <a:srgbClr val="173643"/>
                </a:solidFill>
                <a:latin typeface="Apple SD Gothic Neo"/>
                <a:ea typeface="Apple SD Gothic Neo"/>
                <a:cs typeface="Apple SD Gothic Neo"/>
              </a:defRPr>
            </a:lvl4pPr>
            <a:lvl5pPr>
              <a:defRPr sz="1875" b="0">
                <a:solidFill>
                  <a:srgbClr val="173643"/>
                </a:solidFill>
                <a:latin typeface="Apple SD Gothic Neo"/>
                <a:ea typeface="Apple SD Gothic Neo"/>
                <a:cs typeface="Apple SD Gothic Neo"/>
              </a:defRPr>
            </a:lvl5pPr>
            <a:lvl6pPr>
              <a:defRPr sz="1875" b="0">
                <a:solidFill>
                  <a:srgbClr val="173643"/>
                </a:solidFill>
                <a:latin typeface="Apple SD Gothic Neo"/>
                <a:ea typeface="Apple SD Gothic Neo"/>
                <a:cs typeface="Apple SD Gothic Neo"/>
              </a:defRPr>
            </a:lvl6pPr>
            <a:lvl7pPr>
              <a:defRPr sz="1875" b="0">
                <a:solidFill>
                  <a:srgbClr val="173643"/>
                </a:solidFill>
                <a:latin typeface="Apple SD Gothic Neo"/>
                <a:ea typeface="Apple SD Gothic Neo"/>
                <a:cs typeface="Apple SD Gothic Neo"/>
              </a:defRPr>
            </a:lvl7pPr>
            <a:lvl8pPr>
              <a:defRPr sz="1875" b="0">
                <a:solidFill>
                  <a:srgbClr val="173643"/>
                </a:solidFill>
                <a:latin typeface="Apple SD Gothic Neo"/>
                <a:ea typeface="Apple SD Gothic Neo"/>
                <a:cs typeface="Apple SD Gothic Neo"/>
              </a:defRPr>
            </a:lvl8pPr>
            <a:lvl9pPr>
              <a:defRPr sz="1875" b="0">
                <a:solidFill>
                  <a:srgbClr val="173643"/>
                </a:solidFill>
                <a:latin typeface="Apple SD Gothic Neo"/>
                <a:ea typeface="Apple SD Gothic Neo"/>
                <a:cs typeface="Apple SD Gothic Neo"/>
              </a:defRPr>
            </a:lvl9pPr>
          </a:lstStyle>
          <a:p xmlns:a="http://schemas.openxmlformats.org/drawingml/2006/main">
            <a:pPr>
              <a:defRPr sz="1875" b="0">
                <a:solidFill>
                  <a:srgbClr val="173643"/>
                </a:solidFill>
                <a:latin typeface="Apple SD Gothic Neo"/>
                <a:ea typeface="Apple SD Gothic Neo"/>
                <a:cs typeface="Apple SD Gothic Neo"/>
              </a:defRPr>
            </a:pPr>
            <a:r>
              <a:rPr sz="1875" b="0">
                <a:solidFill>
                  <a:srgbClr val="173643"/>
                </a:solidFill>
                <a:latin typeface="Apple SD Gothic Neo"/>
                <a:ea typeface="Apple SD Gothic Neo"/>
                <a:cs typeface="Apple SD Gothic Neo"/>
              </a:rPr>
              <a:t>엔지니어 행동: 비교 목표를 정하고 “비교 계획 제안받기” 클릭</a:t>
            </a:r>
          </a:p>
        </p:txBody>
      </p:sp>
    </p:spTree>
    <p:extLst>
      <p:ext uri="{BB962C8B-B14F-4D97-AF65-F5344CB8AC3E}">
        <p14:creationId xmlns:p14="http://schemas.microsoft.com/office/powerpoint/2010/main" val="1671577219"/>
      </p:ext>
    </p:extLst>
  </p:cSld>
</p:sld>
</file>

<file path=ppt/slides/slide4.xml><?xml version="1.0" encoding="utf-8"?>
<p:sld xmlns:p="http://schemas.openxmlformats.org/presentationml/2006/main">
  <p:cSld>
    <p:bg>
      <p:bgPr>
        <a:solidFill xmlns:a="http://schemas.openxmlformats.org/drawingml/2006/main">
          <a:srgbClr val="F7F9F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C328435-98C3-4F0B-AF94-7065CFE26C73}"/>
              </a:ext>
            </a:extLst>
          </p:cNvPr>
          <p:cNvSpPr>
            <a:spLocks xmlns:a="http://schemas.openxmlformats.org/drawingml/2006/main" noGrp="1"/>
          </p:cNvSpPr>
          <p:nvPr/>
        </p:nvSpPr>
        <p:spPr>
          <a:xfrm xmlns:a="http://schemas.openxmlformats.org/drawingml/2006/main">
            <a:off x="609600" y="228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75" b="1">
                <a:solidFill>
                  <a:srgbClr val="13747A"/>
                </a:solidFill>
                <a:latin typeface="Apple SD Gothic Neo"/>
                <a:ea typeface="Apple SD Gothic Neo"/>
                <a:cs typeface="Apple SD Gothic Neo"/>
              </a:defRPr>
            </a:defPPr>
            <a:lvl1pPr>
              <a:defRPr sz="1275" b="1">
                <a:solidFill>
                  <a:srgbClr val="13747A"/>
                </a:solidFill>
                <a:latin typeface="Apple SD Gothic Neo"/>
                <a:ea typeface="Apple SD Gothic Neo"/>
                <a:cs typeface="Apple SD Gothic Neo"/>
              </a:defRPr>
            </a:lvl1pPr>
            <a:lvl2pPr>
              <a:defRPr sz="1275" b="1">
                <a:solidFill>
                  <a:srgbClr val="13747A"/>
                </a:solidFill>
                <a:latin typeface="Apple SD Gothic Neo"/>
                <a:ea typeface="Apple SD Gothic Neo"/>
                <a:cs typeface="Apple SD Gothic Neo"/>
              </a:defRPr>
            </a:lvl2pPr>
            <a:lvl3pPr>
              <a:defRPr sz="1275" b="1">
                <a:solidFill>
                  <a:srgbClr val="13747A"/>
                </a:solidFill>
                <a:latin typeface="Apple SD Gothic Neo"/>
                <a:ea typeface="Apple SD Gothic Neo"/>
                <a:cs typeface="Apple SD Gothic Neo"/>
              </a:defRPr>
            </a:lvl3pPr>
            <a:lvl4pPr>
              <a:defRPr sz="1275" b="1">
                <a:solidFill>
                  <a:srgbClr val="13747A"/>
                </a:solidFill>
                <a:latin typeface="Apple SD Gothic Neo"/>
                <a:ea typeface="Apple SD Gothic Neo"/>
                <a:cs typeface="Apple SD Gothic Neo"/>
              </a:defRPr>
            </a:lvl4pPr>
            <a:lvl5pPr>
              <a:defRPr sz="1275" b="1">
                <a:solidFill>
                  <a:srgbClr val="13747A"/>
                </a:solidFill>
                <a:latin typeface="Apple SD Gothic Neo"/>
                <a:ea typeface="Apple SD Gothic Neo"/>
                <a:cs typeface="Apple SD Gothic Neo"/>
              </a:defRPr>
            </a:lvl5pPr>
            <a:lvl6pPr>
              <a:defRPr sz="1275" b="1">
                <a:solidFill>
                  <a:srgbClr val="13747A"/>
                </a:solidFill>
                <a:latin typeface="Apple SD Gothic Neo"/>
                <a:ea typeface="Apple SD Gothic Neo"/>
                <a:cs typeface="Apple SD Gothic Neo"/>
              </a:defRPr>
            </a:lvl6pPr>
            <a:lvl7pPr>
              <a:defRPr sz="1275" b="1">
                <a:solidFill>
                  <a:srgbClr val="13747A"/>
                </a:solidFill>
                <a:latin typeface="Apple SD Gothic Neo"/>
                <a:ea typeface="Apple SD Gothic Neo"/>
                <a:cs typeface="Apple SD Gothic Neo"/>
              </a:defRPr>
            </a:lvl7pPr>
            <a:lvl8pPr>
              <a:defRPr sz="1275" b="1">
                <a:solidFill>
                  <a:srgbClr val="13747A"/>
                </a:solidFill>
                <a:latin typeface="Apple SD Gothic Neo"/>
                <a:ea typeface="Apple SD Gothic Neo"/>
                <a:cs typeface="Apple SD Gothic Neo"/>
              </a:defRPr>
            </a:lvl8pPr>
            <a:lvl9pPr>
              <a:defRPr sz="1275" b="1">
                <a:solidFill>
                  <a:srgbClr val="13747A"/>
                </a:solidFill>
                <a:latin typeface="Apple SD Gothic Neo"/>
                <a:ea typeface="Apple SD Gothic Neo"/>
                <a:cs typeface="Apple SD Gothic Neo"/>
              </a:defRPr>
            </a:lvl9pPr>
          </a:lstStyle>
          <a:p xmlns:a="http://schemas.openxmlformats.org/drawingml/2006/main">
            <a:pPr>
              <a:defRPr sz="1275" b="1">
                <a:solidFill>
                  <a:srgbClr val="13747A"/>
                </a:solidFill>
                <a:latin typeface="Apple SD Gothic Neo"/>
                <a:ea typeface="Apple SD Gothic Neo"/>
                <a:cs typeface="Apple SD Gothic Neo"/>
              </a:defRPr>
            </a:pPr>
            <a:r>
              <a:rPr sz="1275" b="1">
                <a:solidFill>
                  <a:srgbClr val="13747A"/>
                </a:solidFill>
                <a:latin typeface="Apple SD Gothic Neo"/>
                <a:ea typeface="Apple SD Gothic Neo"/>
                <a:cs typeface="Apple SD Gothic Neo"/>
              </a:rPr>
              <a:t>본 실험 2/3 · 앞에서 선택한 같은 센서 데이터</a:t>
            </a:r>
          </a:p>
        </p:txBody>
      </p:sp>
      <p:sp>
        <p:nvSpPr>
          <p:cNvPr id="2" name="">
            <a:extLst xmlns:a="http://schemas.openxmlformats.org/drawingml/2006/main">
              <a:ext uri="{FF2B5EF4-FFF2-40B4-BE49-F238E27FC236}">
                <a16:creationId xmlns:a16="http://schemas.microsoft.com/office/drawing/2014/main" id="{385092E4-A6F2-4E44-AA01-5AAD15824D88}"/>
              </a:ext>
            </a:extLst>
          </p:cNvPr>
          <p:cNvSpPr>
            <a:spLocks xmlns:a="http://schemas.openxmlformats.org/drawingml/2006/main" noGrp="1"/>
          </p:cNvSpPr>
          <p:nvPr/>
        </p:nvSpPr>
        <p:spPr>
          <a:xfrm xmlns:a="http://schemas.openxmlformats.org/drawingml/2006/main">
            <a:off x="609600" y="6858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3150" b="1">
                <a:solidFill>
                  <a:srgbClr val="173643"/>
                </a:solidFill>
                <a:latin typeface="Apple SD Gothic Neo"/>
                <a:ea typeface="Apple SD Gothic Neo"/>
                <a:cs typeface="Apple SD Gothic Neo"/>
              </a:defRPr>
            </a:defPPr>
            <a:lvl1pPr>
              <a:defRPr sz="3150" b="1">
                <a:solidFill>
                  <a:srgbClr val="173643"/>
                </a:solidFill>
                <a:latin typeface="Apple SD Gothic Neo"/>
                <a:ea typeface="Apple SD Gothic Neo"/>
                <a:cs typeface="Apple SD Gothic Neo"/>
              </a:defRPr>
            </a:lvl1pPr>
            <a:lvl2pPr>
              <a:defRPr sz="3150" b="1">
                <a:solidFill>
                  <a:srgbClr val="173643"/>
                </a:solidFill>
                <a:latin typeface="Apple SD Gothic Neo"/>
                <a:ea typeface="Apple SD Gothic Neo"/>
                <a:cs typeface="Apple SD Gothic Neo"/>
              </a:defRPr>
            </a:lvl2pPr>
            <a:lvl3pPr>
              <a:defRPr sz="3150" b="1">
                <a:solidFill>
                  <a:srgbClr val="173643"/>
                </a:solidFill>
                <a:latin typeface="Apple SD Gothic Neo"/>
                <a:ea typeface="Apple SD Gothic Neo"/>
                <a:cs typeface="Apple SD Gothic Neo"/>
              </a:defRPr>
            </a:lvl3pPr>
            <a:lvl4pPr>
              <a:defRPr sz="3150" b="1">
                <a:solidFill>
                  <a:srgbClr val="173643"/>
                </a:solidFill>
                <a:latin typeface="Apple SD Gothic Neo"/>
                <a:ea typeface="Apple SD Gothic Neo"/>
                <a:cs typeface="Apple SD Gothic Neo"/>
              </a:defRPr>
            </a:lvl4pPr>
            <a:lvl5pPr>
              <a:defRPr sz="3150" b="1">
                <a:solidFill>
                  <a:srgbClr val="173643"/>
                </a:solidFill>
                <a:latin typeface="Apple SD Gothic Neo"/>
                <a:ea typeface="Apple SD Gothic Neo"/>
                <a:cs typeface="Apple SD Gothic Neo"/>
              </a:defRPr>
            </a:lvl5pPr>
            <a:lvl6pPr>
              <a:defRPr sz="3150" b="1">
                <a:solidFill>
                  <a:srgbClr val="173643"/>
                </a:solidFill>
                <a:latin typeface="Apple SD Gothic Neo"/>
                <a:ea typeface="Apple SD Gothic Neo"/>
                <a:cs typeface="Apple SD Gothic Neo"/>
              </a:defRPr>
            </a:lvl6pPr>
            <a:lvl7pPr>
              <a:defRPr sz="3150" b="1">
                <a:solidFill>
                  <a:srgbClr val="173643"/>
                </a:solidFill>
                <a:latin typeface="Apple SD Gothic Neo"/>
                <a:ea typeface="Apple SD Gothic Neo"/>
                <a:cs typeface="Apple SD Gothic Neo"/>
              </a:defRPr>
            </a:lvl7pPr>
            <a:lvl8pPr>
              <a:defRPr sz="3150" b="1">
                <a:solidFill>
                  <a:srgbClr val="173643"/>
                </a:solidFill>
                <a:latin typeface="Apple SD Gothic Neo"/>
                <a:ea typeface="Apple SD Gothic Neo"/>
                <a:cs typeface="Apple SD Gothic Neo"/>
              </a:defRPr>
            </a:lvl8pPr>
            <a:lvl9pPr>
              <a:defRPr sz="3150" b="1">
                <a:solidFill>
                  <a:srgbClr val="173643"/>
                </a:solidFill>
                <a:latin typeface="Apple SD Gothic Neo"/>
                <a:ea typeface="Apple SD Gothic Neo"/>
                <a:cs typeface="Apple SD Gothic Neo"/>
              </a:defRPr>
            </a:lvl9pPr>
          </a:lstStyle>
          <a:p xmlns:a="http://schemas.openxmlformats.org/drawingml/2006/main">
            <a:pPr>
              <a:defRPr sz="3150" b="1">
                <a:solidFill>
                  <a:srgbClr val="173643"/>
                </a:solidFill>
                <a:latin typeface="Apple SD Gothic Neo"/>
                <a:ea typeface="Apple SD Gothic Neo"/>
                <a:cs typeface="Apple SD Gothic Neo"/>
              </a:defRPr>
            </a:pPr>
            <a:r>
              <a:rPr sz="3150" b="1">
                <a:solidFill>
                  <a:srgbClr val="173643"/>
                </a:solidFill>
                <a:latin typeface="Apple SD Gothic Neo"/>
                <a:ea typeface="Apple SD Gothic Neo"/>
                <a:cs typeface="Apple SD Gothic Neo"/>
              </a:rPr>
              <a:t>계획의 이유를 확인하고 학습을 승인합니다</a:t>
            </a:r>
          </a:p>
        </p:txBody>
      </p:sp>
      <p:sp>
        <p:nvSpPr>
          <p:cNvPr id="3" name="">
            <a:extLst xmlns:a="http://schemas.openxmlformats.org/drawingml/2006/main">
              <a:ext uri="{FF2B5EF4-FFF2-40B4-BE49-F238E27FC236}">
                <a16:creationId xmlns:a16="http://schemas.microsoft.com/office/drawing/2014/main" id="{0FA45A6A-3D3D-4317-B23C-40813FE24476}"/>
              </a:ext>
            </a:extLst>
          </p:cNvPr>
          <p:cNvSpPr>
            <a:spLocks xmlns:a="http://schemas.openxmlformats.org/drawingml/2006/main" noGrp="1"/>
          </p:cNvSpPr>
          <p:nvPr/>
        </p:nvSpPr>
        <p:spPr>
          <a:xfrm xmlns:a="http://schemas.openxmlformats.org/drawingml/2006/main">
            <a:off x="609600" y="6467475"/>
            <a:ext cx="9048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G045 김용찬 · SK AI Leader Academy</a:t>
            </a:r>
          </a:p>
        </p:txBody>
      </p:sp>
      <p:sp>
        <p:nvSpPr>
          <p:cNvPr id="4" name="">
            <a:extLst xmlns:a="http://schemas.openxmlformats.org/drawingml/2006/main">
              <a:ext uri="{FF2B5EF4-FFF2-40B4-BE49-F238E27FC236}">
                <a16:creationId xmlns:a16="http://schemas.microsoft.com/office/drawing/2014/main" id="{0CB8486A-589D-421C-B7C8-54A80A30A6E6}"/>
              </a:ext>
            </a:extLst>
          </p:cNvPr>
          <p:cNvSpPr>
            <a:spLocks xmlns:a="http://schemas.openxmlformats.org/drawingml/2006/main" noGrp="1"/>
          </p:cNvSpPr>
          <p:nvPr/>
        </p:nvSpPr>
        <p:spPr>
          <a:xfrm xmlns:a="http://schemas.openxmlformats.org/drawingml/2006/main">
            <a:off x="10287000" y="6467475"/>
            <a:ext cx="1333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4 / 15</a:t>
            </a:r>
          </a:p>
        </p:txBody>
      </p:sp>
      <p:pic>
        <p:nvPicPr>
          <p:cNvPr id="5" name="">
            <a:extLst xmlns:a="http://schemas.openxmlformats.org/drawingml/2006/main">
              <a:ext uri="{FF2B5EF4-FFF2-40B4-BE49-F238E27FC236}">
                <a16:creationId xmlns:a16="http://schemas.microsoft.com/office/drawing/2014/main" id="{9589269C-8FD5-4577-9B6B-AE3225A94119}"/>
              </a:ext>
            </a:extLst>
          </p:cNvPr>
          <p:cNvPicPr>
            <a:picLocks xmlns:a="http://schemas.openxmlformats.org/drawingml/2006/main" noChangeAspect="1"/>
          </p:cNvPicPr>
          <p:nvPr/>
        </p:nvPicPr>
        <p:blipFill>
          <a:blip xmlns:r="http://schemas.openxmlformats.org/officeDocument/2006/relationships" xmlns:a="http://schemas.openxmlformats.org/drawingml/2006/main" r:embed="Rae01ce0807fa431f"/>
          <a:srcRect xmlns:a="http://schemas.openxmlformats.org/drawingml/2006/main" l="11000" t="0" r="12000" b="47000"/>
          <a:stretch xmlns:a="http://schemas.openxmlformats.org/drawingml/2006/main"/>
        </p:blipFill>
        <p:spPr>
          <a:xfrm xmlns:a="http://schemas.openxmlformats.org/drawingml/2006/main">
            <a:off x="609600" y="1666875"/>
            <a:ext cx="10972800" cy="3162300"/>
          </a:xfrm>
          <a:prstGeom xmlns:a="http://schemas.openxmlformats.org/drawingml/2006/main" prst="rect">
            <a:avLst/>
          </a:prstGeom>
        </p:spPr>
      </p:pic>
      <p:pic>
        <p:nvPicPr>
          <p:cNvPr id="6" name="">
            <a:extLst xmlns:a="http://schemas.openxmlformats.org/drawingml/2006/main">
              <a:ext uri="{FF2B5EF4-FFF2-40B4-BE49-F238E27FC236}">
                <a16:creationId xmlns:a16="http://schemas.microsoft.com/office/drawing/2014/main" id="{BB2F8BFE-D17F-4CA4-9799-FB9ECE31204B}"/>
              </a:ext>
            </a:extLst>
          </p:cNvPr>
          <p:cNvPicPr>
            <a:picLocks xmlns:a="http://schemas.openxmlformats.org/drawingml/2006/main" noChangeAspect="1"/>
          </p:cNvPicPr>
          <p:nvPr/>
        </p:nvPicPr>
        <p:blipFill>
          <a:blip xmlns:r="http://schemas.openxmlformats.org/officeDocument/2006/relationships" xmlns:a="http://schemas.openxmlformats.org/drawingml/2006/main" r:embed="Rfea3949a98344381"/>
          <a:srcRect xmlns:a="http://schemas.openxmlformats.org/drawingml/2006/main" l="11000" t="42000" r="12000" b="45000"/>
          <a:stretch xmlns:a="http://schemas.openxmlformats.org/drawingml/2006/main"/>
        </p:blipFill>
        <p:spPr>
          <a:xfrm xmlns:a="http://schemas.openxmlformats.org/drawingml/2006/main">
            <a:off x="609600" y="4895850"/>
            <a:ext cx="10972800" cy="81915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0404833F-CFFC-423E-804A-9419E4DE983E}"/>
              </a:ext>
            </a:extLst>
          </p:cNvPr>
          <p:cNvSpPr>
            <a:spLocks xmlns:a="http://schemas.openxmlformats.org/drawingml/2006/main" noGrp="1"/>
          </p:cNvSpPr>
          <p:nvPr/>
        </p:nvSpPr>
        <p:spPr>
          <a:xfrm xmlns:a="http://schemas.openxmlformats.org/drawingml/2006/main">
            <a:off x="609600" y="578167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725" b="0">
                <a:solidFill>
                  <a:srgbClr val="173643"/>
                </a:solidFill>
                <a:latin typeface="Apple SD Gothic Neo"/>
                <a:ea typeface="Apple SD Gothic Neo"/>
                <a:cs typeface="Apple SD Gothic Neo"/>
              </a:defRPr>
            </a:defPPr>
            <a:lvl1pPr>
              <a:defRPr sz="1725" b="0">
                <a:solidFill>
                  <a:srgbClr val="173643"/>
                </a:solidFill>
                <a:latin typeface="Apple SD Gothic Neo"/>
                <a:ea typeface="Apple SD Gothic Neo"/>
                <a:cs typeface="Apple SD Gothic Neo"/>
              </a:defRPr>
            </a:lvl1pPr>
            <a:lvl2pPr>
              <a:defRPr sz="1725" b="0">
                <a:solidFill>
                  <a:srgbClr val="173643"/>
                </a:solidFill>
                <a:latin typeface="Apple SD Gothic Neo"/>
                <a:ea typeface="Apple SD Gothic Neo"/>
                <a:cs typeface="Apple SD Gothic Neo"/>
              </a:defRPr>
            </a:lvl2pPr>
            <a:lvl3pPr>
              <a:defRPr sz="1725" b="0">
                <a:solidFill>
                  <a:srgbClr val="173643"/>
                </a:solidFill>
                <a:latin typeface="Apple SD Gothic Neo"/>
                <a:ea typeface="Apple SD Gothic Neo"/>
                <a:cs typeface="Apple SD Gothic Neo"/>
              </a:defRPr>
            </a:lvl3pPr>
            <a:lvl4pPr>
              <a:defRPr sz="1725" b="0">
                <a:solidFill>
                  <a:srgbClr val="173643"/>
                </a:solidFill>
                <a:latin typeface="Apple SD Gothic Neo"/>
                <a:ea typeface="Apple SD Gothic Neo"/>
                <a:cs typeface="Apple SD Gothic Neo"/>
              </a:defRPr>
            </a:lvl4pPr>
            <a:lvl5pPr>
              <a:defRPr sz="1725" b="0">
                <a:solidFill>
                  <a:srgbClr val="173643"/>
                </a:solidFill>
                <a:latin typeface="Apple SD Gothic Neo"/>
                <a:ea typeface="Apple SD Gothic Neo"/>
                <a:cs typeface="Apple SD Gothic Neo"/>
              </a:defRPr>
            </a:lvl5pPr>
            <a:lvl6pPr>
              <a:defRPr sz="1725" b="0">
                <a:solidFill>
                  <a:srgbClr val="173643"/>
                </a:solidFill>
                <a:latin typeface="Apple SD Gothic Neo"/>
                <a:ea typeface="Apple SD Gothic Neo"/>
                <a:cs typeface="Apple SD Gothic Neo"/>
              </a:defRPr>
            </a:lvl6pPr>
            <a:lvl7pPr>
              <a:defRPr sz="1725" b="0">
                <a:solidFill>
                  <a:srgbClr val="173643"/>
                </a:solidFill>
                <a:latin typeface="Apple SD Gothic Neo"/>
                <a:ea typeface="Apple SD Gothic Neo"/>
                <a:cs typeface="Apple SD Gothic Neo"/>
              </a:defRPr>
            </a:lvl7pPr>
            <a:lvl8pPr>
              <a:defRPr sz="1725" b="0">
                <a:solidFill>
                  <a:srgbClr val="173643"/>
                </a:solidFill>
                <a:latin typeface="Apple SD Gothic Neo"/>
                <a:ea typeface="Apple SD Gothic Neo"/>
                <a:cs typeface="Apple SD Gothic Neo"/>
              </a:defRPr>
            </a:lvl8pPr>
            <a:lvl9pPr>
              <a:defRPr sz="1725" b="0">
                <a:solidFill>
                  <a:srgbClr val="173643"/>
                </a:solidFill>
                <a:latin typeface="Apple SD Gothic Neo"/>
                <a:ea typeface="Apple SD Gothic Neo"/>
                <a:cs typeface="Apple SD Gothic Neo"/>
              </a:defRPr>
            </a:lvl9pPr>
          </a:lstStyle>
          <a:p xmlns:a="http://schemas.openxmlformats.org/drawingml/2006/main">
            <a:pPr>
              <a:defRPr sz="1725" b="0">
                <a:solidFill>
                  <a:srgbClr val="173643"/>
                </a:solidFill>
                <a:latin typeface="Apple SD Gothic Neo"/>
                <a:ea typeface="Apple SD Gothic Neo"/>
                <a:cs typeface="Apple SD Gothic Neo"/>
              </a:defRPr>
            </a:pPr>
            <a:r>
              <a:rPr sz="1725" b="0">
                <a:solidFill>
                  <a:srgbClr val="173643"/>
                </a:solidFill>
                <a:latin typeface="Apple SD Gothic Neo"/>
                <a:ea typeface="Apple SD Gothic Neo"/>
                <a:cs typeface="Apple SD Gothic Neo"/>
              </a:rPr>
              <a:t>분할: Train60%(768개)·Validation20%(256개)·Test20%(256개)</a:t>
            </a:r>
          </a:p>
        </p:txBody>
      </p:sp>
      <p:sp>
        <p:nvSpPr>
          <p:cNvPr id="8" name="">
            <a:extLst xmlns:a="http://schemas.openxmlformats.org/drawingml/2006/main">
              <a:ext uri="{FF2B5EF4-FFF2-40B4-BE49-F238E27FC236}">
                <a16:creationId xmlns:a16="http://schemas.microsoft.com/office/drawing/2014/main" id="{D87CA921-8553-4FD8-AE4D-0390FFABAE34}"/>
              </a:ext>
            </a:extLst>
          </p:cNvPr>
          <p:cNvSpPr>
            <a:spLocks xmlns:a="http://schemas.openxmlformats.org/drawingml/2006/main" noGrp="1"/>
          </p:cNvSpPr>
          <p:nvPr/>
        </p:nvSpPr>
        <p:spPr>
          <a:xfrm xmlns:a="http://schemas.openxmlformats.org/drawingml/2006/main">
            <a:off x="609600" y="60579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725" b="0">
                <a:solidFill>
                  <a:srgbClr val="173643"/>
                </a:solidFill>
                <a:latin typeface="Apple SD Gothic Neo"/>
                <a:ea typeface="Apple SD Gothic Neo"/>
                <a:cs typeface="Apple SD Gothic Neo"/>
              </a:defRPr>
            </a:defPPr>
            <a:lvl1pPr>
              <a:defRPr sz="1725" b="0">
                <a:solidFill>
                  <a:srgbClr val="173643"/>
                </a:solidFill>
                <a:latin typeface="Apple SD Gothic Neo"/>
                <a:ea typeface="Apple SD Gothic Neo"/>
                <a:cs typeface="Apple SD Gothic Neo"/>
              </a:defRPr>
            </a:lvl1pPr>
            <a:lvl2pPr>
              <a:defRPr sz="1725" b="0">
                <a:solidFill>
                  <a:srgbClr val="173643"/>
                </a:solidFill>
                <a:latin typeface="Apple SD Gothic Neo"/>
                <a:ea typeface="Apple SD Gothic Neo"/>
                <a:cs typeface="Apple SD Gothic Neo"/>
              </a:defRPr>
            </a:lvl2pPr>
            <a:lvl3pPr>
              <a:defRPr sz="1725" b="0">
                <a:solidFill>
                  <a:srgbClr val="173643"/>
                </a:solidFill>
                <a:latin typeface="Apple SD Gothic Neo"/>
                <a:ea typeface="Apple SD Gothic Neo"/>
                <a:cs typeface="Apple SD Gothic Neo"/>
              </a:defRPr>
            </a:lvl3pPr>
            <a:lvl4pPr>
              <a:defRPr sz="1725" b="0">
                <a:solidFill>
                  <a:srgbClr val="173643"/>
                </a:solidFill>
                <a:latin typeface="Apple SD Gothic Neo"/>
                <a:ea typeface="Apple SD Gothic Neo"/>
                <a:cs typeface="Apple SD Gothic Neo"/>
              </a:defRPr>
            </a:lvl4pPr>
            <a:lvl5pPr>
              <a:defRPr sz="1725" b="0">
                <a:solidFill>
                  <a:srgbClr val="173643"/>
                </a:solidFill>
                <a:latin typeface="Apple SD Gothic Neo"/>
                <a:ea typeface="Apple SD Gothic Neo"/>
                <a:cs typeface="Apple SD Gothic Neo"/>
              </a:defRPr>
            </a:lvl5pPr>
            <a:lvl6pPr>
              <a:defRPr sz="1725" b="0">
                <a:solidFill>
                  <a:srgbClr val="173643"/>
                </a:solidFill>
                <a:latin typeface="Apple SD Gothic Neo"/>
                <a:ea typeface="Apple SD Gothic Neo"/>
                <a:cs typeface="Apple SD Gothic Neo"/>
              </a:defRPr>
            </a:lvl6pPr>
            <a:lvl7pPr>
              <a:defRPr sz="1725" b="0">
                <a:solidFill>
                  <a:srgbClr val="173643"/>
                </a:solidFill>
                <a:latin typeface="Apple SD Gothic Neo"/>
                <a:ea typeface="Apple SD Gothic Neo"/>
                <a:cs typeface="Apple SD Gothic Neo"/>
              </a:defRPr>
            </a:lvl7pPr>
            <a:lvl8pPr>
              <a:defRPr sz="1725" b="0">
                <a:solidFill>
                  <a:srgbClr val="173643"/>
                </a:solidFill>
                <a:latin typeface="Apple SD Gothic Neo"/>
                <a:ea typeface="Apple SD Gothic Neo"/>
                <a:cs typeface="Apple SD Gothic Neo"/>
              </a:defRPr>
            </a:lvl8pPr>
            <a:lvl9pPr>
              <a:defRPr sz="1725" b="0">
                <a:solidFill>
                  <a:srgbClr val="173643"/>
                </a:solidFill>
                <a:latin typeface="Apple SD Gothic Neo"/>
                <a:ea typeface="Apple SD Gothic Neo"/>
                <a:cs typeface="Apple SD Gothic Neo"/>
              </a:defRPr>
            </a:lvl9pPr>
          </a:lstStyle>
          <a:p xmlns:a="http://schemas.openxmlformats.org/drawingml/2006/main">
            <a:pPr>
              <a:defRPr sz="1725" b="0">
                <a:solidFill>
                  <a:srgbClr val="173643"/>
                </a:solidFill>
                <a:latin typeface="Apple SD Gothic Neo"/>
                <a:ea typeface="Apple SD Gothic Neo"/>
                <a:cs typeface="Apple SD Gothic Neo"/>
              </a:defRPr>
            </a:pPr>
            <a:r>
              <a:rPr sz="1725" b="0">
                <a:solidFill>
                  <a:srgbClr val="173643"/>
                </a:solidFill>
                <a:latin typeface="Apple SD Gothic Neo"/>
                <a:ea typeface="Apple SD Gothic Neo"/>
                <a:cs typeface="Apple SD Gothic Neo"/>
              </a:rPr>
              <a:t>같은 lot을 분리하고 전처리·12모델·최대52조건 확인 후 승인</a:t>
            </a:r>
          </a:p>
        </p:txBody>
      </p:sp>
    </p:spTree>
    <p:extLst>
      <p:ext uri="{BB962C8B-B14F-4D97-AF65-F5344CB8AC3E}">
        <p14:creationId xmlns:p14="http://schemas.microsoft.com/office/powerpoint/2010/main" val="1121144107"/>
      </p:ext>
    </p:extLst>
  </p:cSld>
</p:sld>
</file>

<file path=ppt/slides/slide5.xml><?xml version="1.0" encoding="utf-8"?>
<p:sld xmlns:p="http://schemas.openxmlformats.org/presentationml/2006/main">
  <p:cSld>
    <p:bg>
      <p:bgPr>
        <a:solidFill xmlns:a="http://schemas.openxmlformats.org/drawingml/2006/main">
          <a:srgbClr val="F7F9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D27179E-8D19-4B67-82F4-B1F8EC738050}"/>
              </a:ext>
            </a:extLst>
          </p:cNvPr>
          <p:cNvSpPr>
            <a:spLocks xmlns:a="http://schemas.openxmlformats.org/drawingml/2006/main" noGrp="1"/>
          </p:cNvSpPr>
          <p:nvPr/>
        </p:nvSpPr>
        <p:spPr>
          <a:xfrm xmlns:a="http://schemas.openxmlformats.org/drawingml/2006/main">
            <a:off x="609600" y="228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75" b="1">
                <a:solidFill>
                  <a:srgbClr val="13747A"/>
                </a:solidFill>
                <a:latin typeface="Apple SD Gothic Neo"/>
                <a:ea typeface="Apple SD Gothic Neo"/>
                <a:cs typeface="Apple SD Gothic Neo"/>
              </a:defRPr>
            </a:defPPr>
            <a:lvl1pPr>
              <a:defRPr sz="1275" b="1">
                <a:solidFill>
                  <a:srgbClr val="13747A"/>
                </a:solidFill>
                <a:latin typeface="Apple SD Gothic Neo"/>
                <a:ea typeface="Apple SD Gothic Neo"/>
                <a:cs typeface="Apple SD Gothic Neo"/>
              </a:defRPr>
            </a:lvl1pPr>
            <a:lvl2pPr>
              <a:defRPr sz="1275" b="1">
                <a:solidFill>
                  <a:srgbClr val="13747A"/>
                </a:solidFill>
                <a:latin typeface="Apple SD Gothic Neo"/>
                <a:ea typeface="Apple SD Gothic Neo"/>
                <a:cs typeface="Apple SD Gothic Neo"/>
              </a:defRPr>
            </a:lvl2pPr>
            <a:lvl3pPr>
              <a:defRPr sz="1275" b="1">
                <a:solidFill>
                  <a:srgbClr val="13747A"/>
                </a:solidFill>
                <a:latin typeface="Apple SD Gothic Neo"/>
                <a:ea typeface="Apple SD Gothic Neo"/>
                <a:cs typeface="Apple SD Gothic Neo"/>
              </a:defRPr>
            </a:lvl3pPr>
            <a:lvl4pPr>
              <a:defRPr sz="1275" b="1">
                <a:solidFill>
                  <a:srgbClr val="13747A"/>
                </a:solidFill>
                <a:latin typeface="Apple SD Gothic Neo"/>
                <a:ea typeface="Apple SD Gothic Neo"/>
                <a:cs typeface="Apple SD Gothic Neo"/>
              </a:defRPr>
            </a:lvl4pPr>
            <a:lvl5pPr>
              <a:defRPr sz="1275" b="1">
                <a:solidFill>
                  <a:srgbClr val="13747A"/>
                </a:solidFill>
                <a:latin typeface="Apple SD Gothic Neo"/>
                <a:ea typeface="Apple SD Gothic Neo"/>
                <a:cs typeface="Apple SD Gothic Neo"/>
              </a:defRPr>
            </a:lvl5pPr>
            <a:lvl6pPr>
              <a:defRPr sz="1275" b="1">
                <a:solidFill>
                  <a:srgbClr val="13747A"/>
                </a:solidFill>
                <a:latin typeface="Apple SD Gothic Neo"/>
                <a:ea typeface="Apple SD Gothic Neo"/>
                <a:cs typeface="Apple SD Gothic Neo"/>
              </a:defRPr>
            </a:lvl6pPr>
            <a:lvl7pPr>
              <a:defRPr sz="1275" b="1">
                <a:solidFill>
                  <a:srgbClr val="13747A"/>
                </a:solidFill>
                <a:latin typeface="Apple SD Gothic Neo"/>
                <a:ea typeface="Apple SD Gothic Neo"/>
                <a:cs typeface="Apple SD Gothic Neo"/>
              </a:defRPr>
            </a:lvl7pPr>
            <a:lvl8pPr>
              <a:defRPr sz="1275" b="1">
                <a:solidFill>
                  <a:srgbClr val="13747A"/>
                </a:solidFill>
                <a:latin typeface="Apple SD Gothic Neo"/>
                <a:ea typeface="Apple SD Gothic Neo"/>
                <a:cs typeface="Apple SD Gothic Neo"/>
              </a:defRPr>
            </a:lvl8pPr>
            <a:lvl9pPr>
              <a:defRPr sz="1275" b="1">
                <a:solidFill>
                  <a:srgbClr val="13747A"/>
                </a:solidFill>
                <a:latin typeface="Apple SD Gothic Neo"/>
                <a:ea typeface="Apple SD Gothic Neo"/>
                <a:cs typeface="Apple SD Gothic Neo"/>
              </a:defRPr>
            </a:lvl9pPr>
          </a:lstStyle>
          <a:p xmlns:a="http://schemas.openxmlformats.org/drawingml/2006/main">
            <a:pPr>
              <a:defRPr sz="1275" b="1">
                <a:solidFill>
                  <a:srgbClr val="13747A"/>
                </a:solidFill>
                <a:latin typeface="Apple SD Gothic Neo"/>
                <a:ea typeface="Apple SD Gothic Neo"/>
                <a:cs typeface="Apple SD Gothic Neo"/>
              </a:defRPr>
            </a:pPr>
            <a:r>
              <a:rPr sz="1275" b="1">
                <a:solidFill>
                  <a:srgbClr val="13747A"/>
                </a:solidFill>
                <a:latin typeface="Apple SD Gothic Neo"/>
                <a:ea typeface="Apple SD Gothic Neo"/>
                <a:cs typeface="Apple SD Gothic Neo"/>
              </a:rPr>
              <a:t>본 실험 3/3 · 승인한 비교 실험의 결과</a:t>
            </a:r>
          </a:p>
        </p:txBody>
      </p:sp>
      <p:sp>
        <p:nvSpPr>
          <p:cNvPr id="2" name="">
            <a:extLst xmlns:a="http://schemas.openxmlformats.org/drawingml/2006/main">
              <a:ext uri="{FF2B5EF4-FFF2-40B4-BE49-F238E27FC236}">
                <a16:creationId xmlns:a16="http://schemas.microsoft.com/office/drawing/2014/main" id="{4C98055E-C815-44FE-9E85-CD23616B8FE7}"/>
              </a:ext>
            </a:extLst>
          </p:cNvPr>
          <p:cNvSpPr>
            <a:spLocks xmlns:a="http://schemas.openxmlformats.org/drawingml/2006/main" noGrp="1"/>
          </p:cNvSpPr>
          <p:nvPr/>
        </p:nvSpPr>
        <p:spPr>
          <a:xfrm xmlns:a="http://schemas.openxmlformats.org/drawingml/2006/main">
            <a:off x="609600" y="6858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3150" b="1">
                <a:solidFill>
                  <a:srgbClr val="173643"/>
                </a:solidFill>
                <a:latin typeface="Apple SD Gothic Neo"/>
                <a:ea typeface="Apple SD Gothic Neo"/>
                <a:cs typeface="Apple SD Gothic Neo"/>
              </a:defRPr>
            </a:defPPr>
            <a:lvl1pPr>
              <a:defRPr sz="3150" b="1">
                <a:solidFill>
                  <a:srgbClr val="173643"/>
                </a:solidFill>
                <a:latin typeface="Apple SD Gothic Neo"/>
                <a:ea typeface="Apple SD Gothic Neo"/>
                <a:cs typeface="Apple SD Gothic Neo"/>
              </a:defRPr>
            </a:lvl1pPr>
            <a:lvl2pPr>
              <a:defRPr sz="3150" b="1">
                <a:solidFill>
                  <a:srgbClr val="173643"/>
                </a:solidFill>
                <a:latin typeface="Apple SD Gothic Neo"/>
                <a:ea typeface="Apple SD Gothic Neo"/>
                <a:cs typeface="Apple SD Gothic Neo"/>
              </a:defRPr>
            </a:lvl2pPr>
            <a:lvl3pPr>
              <a:defRPr sz="3150" b="1">
                <a:solidFill>
                  <a:srgbClr val="173643"/>
                </a:solidFill>
                <a:latin typeface="Apple SD Gothic Neo"/>
                <a:ea typeface="Apple SD Gothic Neo"/>
                <a:cs typeface="Apple SD Gothic Neo"/>
              </a:defRPr>
            </a:lvl3pPr>
            <a:lvl4pPr>
              <a:defRPr sz="3150" b="1">
                <a:solidFill>
                  <a:srgbClr val="173643"/>
                </a:solidFill>
                <a:latin typeface="Apple SD Gothic Neo"/>
                <a:ea typeface="Apple SD Gothic Neo"/>
                <a:cs typeface="Apple SD Gothic Neo"/>
              </a:defRPr>
            </a:lvl4pPr>
            <a:lvl5pPr>
              <a:defRPr sz="3150" b="1">
                <a:solidFill>
                  <a:srgbClr val="173643"/>
                </a:solidFill>
                <a:latin typeface="Apple SD Gothic Neo"/>
                <a:ea typeface="Apple SD Gothic Neo"/>
                <a:cs typeface="Apple SD Gothic Neo"/>
              </a:defRPr>
            </a:lvl5pPr>
            <a:lvl6pPr>
              <a:defRPr sz="3150" b="1">
                <a:solidFill>
                  <a:srgbClr val="173643"/>
                </a:solidFill>
                <a:latin typeface="Apple SD Gothic Neo"/>
                <a:ea typeface="Apple SD Gothic Neo"/>
                <a:cs typeface="Apple SD Gothic Neo"/>
              </a:defRPr>
            </a:lvl6pPr>
            <a:lvl7pPr>
              <a:defRPr sz="3150" b="1">
                <a:solidFill>
                  <a:srgbClr val="173643"/>
                </a:solidFill>
                <a:latin typeface="Apple SD Gothic Neo"/>
                <a:ea typeface="Apple SD Gothic Neo"/>
                <a:cs typeface="Apple SD Gothic Neo"/>
              </a:defRPr>
            </a:lvl7pPr>
            <a:lvl8pPr>
              <a:defRPr sz="3150" b="1">
                <a:solidFill>
                  <a:srgbClr val="173643"/>
                </a:solidFill>
                <a:latin typeface="Apple SD Gothic Neo"/>
                <a:ea typeface="Apple SD Gothic Neo"/>
                <a:cs typeface="Apple SD Gothic Neo"/>
              </a:defRPr>
            </a:lvl8pPr>
            <a:lvl9pPr>
              <a:defRPr sz="3150" b="1">
                <a:solidFill>
                  <a:srgbClr val="173643"/>
                </a:solidFill>
                <a:latin typeface="Apple SD Gothic Neo"/>
                <a:ea typeface="Apple SD Gothic Neo"/>
                <a:cs typeface="Apple SD Gothic Neo"/>
              </a:defRPr>
            </a:lvl9pPr>
          </a:lstStyle>
          <a:p xmlns:a="http://schemas.openxmlformats.org/drawingml/2006/main">
            <a:pPr>
              <a:defRPr sz="3150" b="1">
                <a:solidFill>
                  <a:srgbClr val="173643"/>
                </a:solidFill>
                <a:latin typeface="Apple SD Gothic Neo"/>
                <a:ea typeface="Apple SD Gothic Neo"/>
                <a:cs typeface="Apple SD Gothic Neo"/>
              </a:defRPr>
            </a:pPr>
            <a:r>
              <a:rPr sz="3150" b="1">
                <a:solidFill>
                  <a:srgbClr val="173643"/>
                </a:solidFill>
                <a:latin typeface="Apple SD Gothic Neo"/>
                <a:ea typeface="Apple SD Gothic Neo"/>
                <a:cs typeface="Apple SD Gothic Neo"/>
              </a:rPr>
              <a:t>후보는 골랐지만, 추가 실험이 필요합니다</a:t>
            </a:r>
          </a:p>
        </p:txBody>
      </p:sp>
      <p:sp>
        <p:nvSpPr>
          <p:cNvPr id="3" name="">
            <a:extLst xmlns:a="http://schemas.openxmlformats.org/drawingml/2006/main">
              <a:ext uri="{FF2B5EF4-FFF2-40B4-BE49-F238E27FC236}">
                <a16:creationId xmlns:a16="http://schemas.microsoft.com/office/drawing/2014/main" id="{2A7B99F7-880D-49C7-B29B-3495971D463B}"/>
              </a:ext>
            </a:extLst>
          </p:cNvPr>
          <p:cNvSpPr>
            <a:spLocks xmlns:a="http://schemas.openxmlformats.org/drawingml/2006/main" noGrp="1"/>
          </p:cNvSpPr>
          <p:nvPr/>
        </p:nvSpPr>
        <p:spPr>
          <a:xfrm xmlns:a="http://schemas.openxmlformats.org/drawingml/2006/main">
            <a:off x="609600" y="6467475"/>
            <a:ext cx="9048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G045 김용찬 · SK AI Leader Academy</a:t>
            </a:r>
          </a:p>
        </p:txBody>
      </p:sp>
      <p:sp>
        <p:nvSpPr>
          <p:cNvPr id="4" name="">
            <a:extLst xmlns:a="http://schemas.openxmlformats.org/drawingml/2006/main">
              <a:ext uri="{FF2B5EF4-FFF2-40B4-BE49-F238E27FC236}">
                <a16:creationId xmlns:a16="http://schemas.microsoft.com/office/drawing/2014/main" id="{C28A12D9-5F6F-4EAD-8E80-85A909B2FABD}"/>
              </a:ext>
            </a:extLst>
          </p:cNvPr>
          <p:cNvSpPr>
            <a:spLocks xmlns:a="http://schemas.openxmlformats.org/drawingml/2006/main" noGrp="1"/>
          </p:cNvSpPr>
          <p:nvPr/>
        </p:nvSpPr>
        <p:spPr>
          <a:xfrm xmlns:a="http://schemas.openxmlformats.org/drawingml/2006/main">
            <a:off x="10287000" y="6467475"/>
            <a:ext cx="1333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5 / 15</a:t>
            </a:r>
          </a:p>
        </p:txBody>
      </p:sp>
      <p:pic>
        <p:nvPicPr>
          <p:cNvPr id="5" name="">
            <a:extLst xmlns:a="http://schemas.openxmlformats.org/drawingml/2006/main">
              <a:ext uri="{FF2B5EF4-FFF2-40B4-BE49-F238E27FC236}">
                <a16:creationId xmlns:a16="http://schemas.microsoft.com/office/drawing/2014/main" id="{CD232AC1-057A-41A4-94C0-94B15F974785}"/>
              </a:ext>
            </a:extLst>
          </p:cNvPr>
          <p:cNvPicPr>
            <a:picLocks xmlns:a="http://schemas.openxmlformats.org/drawingml/2006/main" noChangeAspect="1"/>
          </p:cNvPicPr>
          <p:nvPr/>
        </p:nvPicPr>
        <p:blipFill>
          <a:blip xmlns:r="http://schemas.openxmlformats.org/officeDocument/2006/relationships" xmlns:a="http://schemas.openxmlformats.org/drawingml/2006/main" r:embed="Rfbc9cde9cbf54c0c"/>
          <a:srcRect xmlns:a="http://schemas.openxmlformats.org/drawingml/2006/main" l="11000" t="29000" r="12000" b="8000"/>
          <a:stretch xmlns:a="http://schemas.openxmlformats.org/drawingml/2006/main"/>
        </p:blipFill>
        <p:spPr>
          <a:xfrm xmlns:a="http://schemas.openxmlformats.org/drawingml/2006/main">
            <a:off x="609600" y="1695450"/>
            <a:ext cx="10972800" cy="37147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10D80485-7DDE-41D3-94FA-33AD7016C760}"/>
              </a:ext>
            </a:extLst>
          </p:cNvPr>
          <p:cNvSpPr>
            <a:spLocks xmlns:a="http://schemas.openxmlformats.org/drawingml/2006/main" noGrp="1"/>
          </p:cNvSpPr>
          <p:nvPr/>
        </p:nvSpPr>
        <p:spPr>
          <a:xfrm xmlns:a="http://schemas.openxmlformats.org/drawingml/2006/main">
            <a:off x="609600" y="55149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875" b="0">
                <a:solidFill>
                  <a:srgbClr val="173643"/>
                </a:solidFill>
                <a:latin typeface="Apple SD Gothic Neo"/>
                <a:ea typeface="Apple SD Gothic Neo"/>
                <a:cs typeface="Apple SD Gothic Neo"/>
              </a:defRPr>
            </a:defPPr>
            <a:lvl1pPr>
              <a:defRPr sz="1875" b="0">
                <a:solidFill>
                  <a:srgbClr val="173643"/>
                </a:solidFill>
                <a:latin typeface="Apple SD Gothic Neo"/>
                <a:ea typeface="Apple SD Gothic Neo"/>
                <a:cs typeface="Apple SD Gothic Neo"/>
              </a:defRPr>
            </a:lvl1pPr>
            <a:lvl2pPr>
              <a:defRPr sz="1875" b="0">
                <a:solidFill>
                  <a:srgbClr val="173643"/>
                </a:solidFill>
                <a:latin typeface="Apple SD Gothic Neo"/>
                <a:ea typeface="Apple SD Gothic Neo"/>
                <a:cs typeface="Apple SD Gothic Neo"/>
              </a:defRPr>
            </a:lvl2pPr>
            <a:lvl3pPr>
              <a:defRPr sz="1875" b="0">
                <a:solidFill>
                  <a:srgbClr val="173643"/>
                </a:solidFill>
                <a:latin typeface="Apple SD Gothic Neo"/>
                <a:ea typeface="Apple SD Gothic Neo"/>
                <a:cs typeface="Apple SD Gothic Neo"/>
              </a:defRPr>
            </a:lvl3pPr>
            <a:lvl4pPr>
              <a:defRPr sz="1875" b="0">
                <a:solidFill>
                  <a:srgbClr val="173643"/>
                </a:solidFill>
                <a:latin typeface="Apple SD Gothic Neo"/>
                <a:ea typeface="Apple SD Gothic Neo"/>
                <a:cs typeface="Apple SD Gothic Neo"/>
              </a:defRPr>
            </a:lvl4pPr>
            <a:lvl5pPr>
              <a:defRPr sz="1875" b="0">
                <a:solidFill>
                  <a:srgbClr val="173643"/>
                </a:solidFill>
                <a:latin typeface="Apple SD Gothic Neo"/>
                <a:ea typeface="Apple SD Gothic Neo"/>
                <a:cs typeface="Apple SD Gothic Neo"/>
              </a:defRPr>
            </a:lvl5pPr>
            <a:lvl6pPr>
              <a:defRPr sz="1875" b="0">
                <a:solidFill>
                  <a:srgbClr val="173643"/>
                </a:solidFill>
                <a:latin typeface="Apple SD Gothic Neo"/>
                <a:ea typeface="Apple SD Gothic Neo"/>
                <a:cs typeface="Apple SD Gothic Neo"/>
              </a:defRPr>
            </a:lvl6pPr>
            <a:lvl7pPr>
              <a:defRPr sz="1875" b="0">
                <a:solidFill>
                  <a:srgbClr val="173643"/>
                </a:solidFill>
                <a:latin typeface="Apple SD Gothic Neo"/>
                <a:ea typeface="Apple SD Gothic Neo"/>
                <a:cs typeface="Apple SD Gothic Neo"/>
              </a:defRPr>
            </a:lvl7pPr>
            <a:lvl8pPr>
              <a:defRPr sz="1875" b="0">
                <a:solidFill>
                  <a:srgbClr val="173643"/>
                </a:solidFill>
                <a:latin typeface="Apple SD Gothic Neo"/>
                <a:ea typeface="Apple SD Gothic Neo"/>
                <a:cs typeface="Apple SD Gothic Neo"/>
              </a:defRPr>
            </a:lvl8pPr>
            <a:lvl9pPr>
              <a:defRPr sz="1875" b="0">
                <a:solidFill>
                  <a:srgbClr val="173643"/>
                </a:solidFill>
                <a:latin typeface="Apple SD Gothic Neo"/>
                <a:ea typeface="Apple SD Gothic Neo"/>
                <a:cs typeface="Apple SD Gothic Neo"/>
              </a:defRPr>
            </a:lvl9pPr>
          </a:lstStyle>
          <a:p xmlns:a="http://schemas.openxmlformats.org/drawingml/2006/main">
            <a:pPr>
              <a:defRPr sz="1875" b="0">
                <a:solidFill>
                  <a:srgbClr val="173643"/>
                </a:solidFill>
                <a:latin typeface="Apple SD Gothic Neo"/>
                <a:ea typeface="Apple SD Gothic Neo"/>
                <a:cs typeface="Apple SD Gothic Neo"/>
              </a:defRPr>
            </a:pPr>
            <a:r>
              <a:rPr sz="1875" b="0">
                <a:solidFill>
                  <a:srgbClr val="173643"/>
                </a:solidFill>
                <a:latin typeface="Apple SD Gothic Neo"/>
                <a:ea typeface="Apple SD Gothic Neo"/>
                <a:cs typeface="Apple SD Gothic Neo"/>
              </a:rPr>
              <a:t>후보: CatBoost · A+B+C 학습 / Test 불량27/32개 발견</a:t>
            </a:r>
          </a:p>
        </p:txBody>
      </p:sp>
      <p:sp>
        <p:nvSpPr>
          <p:cNvPr id="7" name="">
            <a:extLst xmlns:a="http://schemas.openxmlformats.org/drawingml/2006/main">
              <a:ext uri="{FF2B5EF4-FFF2-40B4-BE49-F238E27FC236}">
                <a16:creationId xmlns:a16="http://schemas.microsoft.com/office/drawing/2014/main" id="{B77C101F-EC12-4B91-B7F4-4B28736F11EF}"/>
              </a:ext>
            </a:extLst>
          </p:cNvPr>
          <p:cNvSpPr>
            <a:spLocks xmlns:a="http://schemas.openxmlformats.org/drawingml/2006/main" noGrp="1"/>
          </p:cNvSpPr>
          <p:nvPr/>
        </p:nvSpPr>
        <p:spPr>
          <a:xfrm xmlns:a="http://schemas.openxmlformats.org/drawingml/2006/main">
            <a:off x="609600" y="58769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875" b="0">
                <a:solidFill>
                  <a:srgbClr val="173643"/>
                </a:solidFill>
                <a:latin typeface="Apple SD Gothic Neo"/>
                <a:ea typeface="Apple SD Gothic Neo"/>
                <a:cs typeface="Apple SD Gothic Neo"/>
              </a:defRPr>
            </a:defPPr>
            <a:lvl1pPr>
              <a:defRPr sz="1875" b="0">
                <a:solidFill>
                  <a:srgbClr val="173643"/>
                </a:solidFill>
                <a:latin typeface="Apple SD Gothic Neo"/>
                <a:ea typeface="Apple SD Gothic Neo"/>
                <a:cs typeface="Apple SD Gothic Neo"/>
              </a:defRPr>
            </a:lvl1pPr>
            <a:lvl2pPr>
              <a:defRPr sz="1875" b="0">
                <a:solidFill>
                  <a:srgbClr val="173643"/>
                </a:solidFill>
                <a:latin typeface="Apple SD Gothic Neo"/>
                <a:ea typeface="Apple SD Gothic Neo"/>
                <a:cs typeface="Apple SD Gothic Neo"/>
              </a:defRPr>
            </a:lvl2pPr>
            <a:lvl3pPr>
              <a:defRPr sz="1875" b="0">
                <a:solidFill>
                  <a:srgbClr val="173643"/>
                </a:solidFill>
                <a:latin typeface="Apple SD Gothic Neo"/>
                <a:ea typeface="Apple SD Gothic Neo"/>
                <a:cs typeface="Apple SD Gothic Neo"/>
              </a:defRPr>
            </a:lvl3pPr>
            <a:lvl4pPr>
              <a:defRPr sz="1875" b="0">
                <a:solidFill>
                  <a:srgbClr val="173643"/>
                </a:solidFill>
                <a:latin typeface="Apple SD Gothic Neo"/>
                <a:ea typeface="Apple SD Gothic Neo"/>
                <a:cs typeface="Apple SD Gothic Neo"/>
              </a:defRPr>
            </a:lvl4pPr>
            <a:lvl5pPr>
              <a:defRPr sz="1875" b="0">
                <a:solidFill>
                  <a:srgbClr val="173643"/>
                </a:solidFill>
                <a:latin typeface="Apple SD Gothic Neo"/>
                <a:ea typeface="Apple SD Gothic Neo"/>
                <a:cs typeface="Apple SD Gothic Neo"/>
              </a:defRPr>
            </a:lvl5pPr>
            <a:lvl6pPr>
              <a:defRPr sz="1875" b="0">
                <a:solidFill>
                  <a:srgbClr val="173643"/>
                </a:solidFill>
                <a:latin typeface="Apple SD Gothic Neo"/>
                <a:ea typeface="Apple SD Gothic Neo"/>
                <a:cs typeface="Apple SD Gothic Neo"/>
              </a:defRPr>
            </a:lvl6pPr>
            <a:lvl7pPr>
              <a:defRPr sz="1875" b="0">
                <a:solidFill>
                  <a:srgbClr val="173643"/>
                </a:solidFill>
                <a:latin typeface="Apple SD Gothic Neo"/>
                <a:ea typeface="Apple SD Gothic Neo"/>
                <a:cs typeface="Apple SD Gothic Neo"/>
              </a:defRPr>
            </a:lvl7pPr>
            <a:lvl8pPr>
              <a:defRPr sz="1875" b="0">
                <a:solidFill>
                  <a:srgbClr val="173643"/>
                </a:solidFill>
                <a:latin typeface="Apple SD Gothic Neo"/>
                <a:ea typeface="Apple SD Gothic Neo"/>
                <a:cs typeface="Apple SD Gothic Neo"/>
              </a:defRPr>
            </a:lvl8pPr>
            <a:lvl9pPr>
              <a:defRPr sz="1875" b="0">
                <a:solidFill>
                  <a:srgbClr val="173643"/>
                </a:solidFill>
                <a:latin typeface="Apple SD Gothic Neo"/>
                <a:ea typeface="Apple SD Gothic Neo"/>
                <a:cs typeface="Apple SD Gothic Neo"/>
              </a:defRPr>
            </a:lvl9pPr>
          </a:lstStyle>
          <a:p xmlns:a="http://schemas.openxmlformats.org/drawingml/2006/main">
            <a:pPr>
              <a:defRPr sz="1875" b="0">
                <a:solidFill>
                  <a:srgbClr val="173643"/>
                </a:solidFill>
                <a:latin typeface="Apple SD Gothic Neo"/>
                <a:ea typeface="Apple SD Gothic Neo"/>
                <a:cs typeface="Apple SD Gothic Neo"/>
              </a:defRPr>
            </a:pPr>
            <a:r>
              <a:rPr sz="1875" b="0">
                <a:solidFill>
                  <a:srgbClr val="173643"/>
                </a:solidFill>
                <a:latin typeface="Apple SD Gothic Neo"/>
                <a:ea typeface="Apple SD Gothic Neo"/>
                <a:cs typeface="Apple SD Gothic Neo"/>
              </a:rPr>
              <a:t>결론: Recall84.4%. 시연 목표 미달·추가 실험 필요·자동 적용 없음</a:t>
            </a:r>
          </a:p>
        </p:txBody>
      </p:sp>
    </p:spTree>
    <p:extLst>
      <p:ext uri="{BB962C8B-B14F-4D97-AF65-F5344CB8AC3E}">
        <p14:creationId xmlns:p14="http://schemas.microsoft.com/office/powerpoint/2010/main" val="2145311152"/>
      </p:ext>
    </p:extLst>
  </p:cSld>
</p:sld>
</file>

<file path=ppt/slides/slide6.xml><?xml version="1.0" encoding="utf-8"?>
<p:sld xmlns:p="http://schemas.openxmlformats.org/presentationml/2006/main">
  <p:cSld>
    <p:bg>
      <p:bgPr>
        <a:solidFill xmlns:a="http://schemas.openxmlformats.org/drawingml/2006/main">
          <a:srgbClr val="F7F9F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2CE6487-BE9C-4E87-AAEC-36BC670E09DE}"/>
              </a:ext>
            </a:extLst>
          </p:cNvPr>
          <p:cNvSpPr>
            <a:spLocks xmlns:a="http://schemas.openxmlformats.org/drawingml/2006/main" noGrp="1"/>
          </p:cNvSpPr>
          <p:nvPr/>
        </p:nvSpPr>
        <p:spPr>
          <a:xfrm xmlns:a="http://schemas.openxmlformats.org/drawingml/2006/main">
            <a:off x="609600" y="228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75" b="1">
                <a:solidFill>
                  <a:srgbClr val="13747A"/>
                </a:solidFill>
                <a:latin typeface="Apple SD Gothic Neo"/>
                <a:ea typeface="Apple SD Gothic Neo"/>
                <a:cs typeface="Apple SD Gothic Neo"/>
              </a:defRPr>
            </a:defPPr>
            <a:lvl1pPr>
              <a:defRPr sz="1275" b="1">
                <a:solidFill>
                  <a:srgbClr val="13747A"/>
                </a:solidFill>
                <a:latin typeface="Apple SD Gothic Neo"/>
                <a:ea typeface="Apple SD Gothic Neo"/>
                <a:cs typeface="Apple SD Gothic Neo"/>
              </a:defRPr>
            </a:lvl1pPr>
            <a:lvl2pPr>
              <a:defRPr sz="1275" b="1">
                <a:solidFill>
                  <a:srgbClr val="13747A"/>
                </a:solidFill>
                <a:latin typeface="Apple SD Gothic Neo"/>
                <a:ea typeface="Apple SD Gothic Neo"/>
                <a:cs typeface="Apple SD Gothic Neo"/>
              </a:defRPr>
            </a:lvl2pPr>
            <a:lvl3pPr>
              <a:defRPr sz="1275" b="1">
                <a:solidFill>
                  <a:srgbClr val="13747A"/>
                </a:solidFill>
                <a:latin typeface="Apple SD Gothic Neo"/>
                <a:ea typeface="Apple SD Gothic Neo"/>
                <a:cs typeface="Apple SD Gothic Neo"/>
              </a:defRPr>
            </a:lvl3pPr>
            <a:lvl4pPr>
              <a:defRPr sz="1275" b="1">
                <a:solidFill>
                  <a:srgbClr val="13747A"/>
                </a:solidFill>
                <a:latin typeface="Apple SD Gothic Neo"/>
                <a:ea typeface="Apple SD Gothic Neo"/>
                <a:cs typeface="Apple SD Gothic Neo"/>
              </a:defRPr>
            </a:lvl4pPr>
            <a:lvl5pPr>
              <a:defRPr sz="1275" b="1">
                <a:solidFill>
                  <a:srgbClr val="13747A"/>
                </a:solidFill>
                <a:latin typeface="Apple SD Gothic Neo"/>
                <a:ea typeface="Apple SD Gothic Neo"/>
                <a:cs typeface="Apple SD Gothic Neo"/>
              </a:defRPr>
            </a:lvl5pPr>
            <a:lvl6pPr>
              <a:defRPr sz="1275" b="1">
                <a:solidFill>
                  <a:srgbClr val="13747A"/>
                </a:solidFill>
                <a:latin typeface="Apple SD Gothic Neo"/>
                <a:ea typeface="Apple SD Gothic Neo"/>
                <a:cs typeface="Apple SD Gothic Neo"/>
              </a:defRPr>
            </a:lvl6pPr>
            <a:lvl7pPr>
              <a:defRPr sz="1275" b="1">
                <a:solidFill>
                  <a:srgbClr val="13747A"/>
                </a:solidFill>
                <a:latin typeface="Apple SD Gothic Neo"/>
                <a:ea typeface="Apple SD Gothic Neo"/>
                <a:cs typeface="Apple SD Gothic Neo"/>
              </a:defRPr>
            </a:lvl7pPr>
            <a:lvl8pPr>
              <a:defRPr sz="1275" b="1">
                <a:solidFill>
                  <a:srgbClr val="13747A"/>
                </a:solidFill>
                <a:latin typeface="Apple SD Gothic Neo"/>
                <a:ea typeface="Apple SD Gothic Neo"/>
                <a:cs typeface="Apple SD Gothic Neo"/>
              </a:defRPr>
            </a:lvl8pPr>
            <a:lvl9pPr>
              <a:defRPr sz="1275" b="1">
                <a:solidFill>
                  <a:srgbClr val="13747A"/>
                </a:solidFill>
                <a:latin typeface="Apple SD Gothic Neo"/>
                <a:ea typeface="Apple SD Gothic Neo"/>
                <a:cs typeface="Apple SD Gothic Neo"/>
              </a:defRPr>
            </a:lvl9pPr>
          </a:lstStyle>
          <a:p xmlns:a="http://schemas.openxmlformats.org/drawingml/2006/main">
            <a:pPr>
              <a:defRPr sz="1275" b="1">
                <a:solidFill>
                  <a:srgbClr val="13747A"/>
                </a:solidFill>
                <a:latin typeface="Apple SD Gothic Neo"/>
                <a:ea typeface="Apple SD Gothic Neo"/>
                <a:cs typeface="Apple SD Gothic Neo"/>
              </a:defRPr>
            </a:pPr>
            <a:r>
              <a:rPr sz="1275" b="1">
                <a:solidFill>
                  <a:srgbClr val="13747A"/>
                </a:solidFill>
                <a:latin typeface="Apple SD Gothic Neo"/>
                <a:ea typeface="Apple SD Gothic Neo"/>
                <a:cs typeface="Apple SD Gothic Neo"/>
              </a:rPr>
              <a:t>판단 기준 · 불량을 Positive로 둡니다</a:t>
            </a:r>
          </a:p>
        </p:txBody>
      </p:sp>
      <p:sp>
        <p:nvSpPr>
          <p:cNvPr id="2" name="">
            <a:extLst xmlns:a="http://schemas.openxmlformats.org/drawingml/2006/main">
              <a:ext uri="{FF2B5EF4-FFF2-40B4-BE49-F238E27FC236}">
                <a16:creationId xmlns:a16="http://schemas.microsoft.com/office/drawing/2014/main" id="{8A77CCC8-9572-4E6F-A4A0-D862F2BF5DBE}"/>
              </a:ext>
            </a:extLst>
          </p:cNvPr>
          <p:cNvSpPr>
            <a:spLocks xmlns:a="http://schemas.openxmlformats.org/drawingml/2006/main" noGrp="1"/>
          </p:cNvSpPr>
          <p:nvPr/>
        </p:nvSpPr>
        <p:spPr>
          <a:xfrm xmlns:a="http://schemas.openxmlformats.org/drawingml/2006/main">
            <a:off x="609600" y="6858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3150" b="1">
                <a:solidFill>
                  <a:srgbClr val="173643"/>
                </a:solidFill>
                <a:latin typeface="Apple SD Gothic Neo"/>
                <a:ea typeface="Apple SD Gothic Neo"/>
                <a:cs typeface="Apple SD Gothic Neo"/>
              </a:defRPr>
            </a:defPPr>
            <a:lvl1pPr>
              <a:defRPr sz="3150" b="1">
                <a:solidFill>
                  <a:srgbClr val="173643"/>
                </a:solidFill>
                <a:latin typeface="Apple SD Gothic Neo"/>
                <a:ea typeface="Apple SD Gothic Neo"/>
                <a:cs typeface="Apple SD Gothic Neo"/>
              </a:defRPr>
            </a:lvl1pPr>
            <a:lvl2pPr>
              <a:defRPr sz="3150" b="1">
                <a:solidFill>
                  <a:srgbClr val="173643"/>
                </a:solidFill>
                <a:latin typeface="Apple SD Gothic Neo"/>
                <a:ea typeface="Apple SD Gothic Neo"/>
                <a:cs typeface="Apple SD Gothic Neo"/>
              </a:defRPr>
            </a:lvl2pPr>
            <a:lvl3pPr>
              <a:defRPr sz="3150" b="1">
                <a:solidFill>
                  <a:srgbClr val="173643"/>
                </a:solidFill>
                <a:latin typeface="Apple SD Gothic Neo"/>
                <a:ea typeface="Apple SD Gothic Neo"/>
                <a:cs typeface="Apple SD Gothic Neo"/>
              </a:defRPr>
            </a:lvl3pPr>
            <a:lvl4pPr>
              <a:defRPr sz="3150" b="1">
                <a:solidFill>
                  <a:srgbClr val="173643"/>
                </a:solidFill>
                <a:latin typeface="Apple SD Gothic Neo"/>
                <a:ea typeface="Apple SD Gothic Neo"/>
                <a:cs typeface="Apple SD Gothic Neo"/>
              </a:defRPr>
            </a:lvl4pPr>
            <a:lvl5pPr>
              <a:defRPr sz="3150" b="1">
                <a:solidFill>
                  <a:srgbClr val="173643"/>
                </a:solidFill>
                <a:latin typeface="Apple SD Gothic Neo"/>
                <a:ea typeface="Apple SD Gothic Neo"/>
                <a:cs typeface="Apple SD Gothic Neo"/>
              </a:defRPr>
            </a:lvl5pPr>
            <a:lvl6pPr>
              <a:defRPr sz="3150" b="1">
                <a:solidFill>
                  <a:srgbClr val="173643"/>
                </a:solidFill>
                <a:latin typeface="Apple SD Gothic Neo"/>
                <a:ea typeface="Apple SD Gothic Neo"/>
                <a:cs typeface="Apple SD Gothic Neo"/>
              </a:defRPr>
            </a:lvl6pPr>
            <a:lvl7pPr>
              <a:defRPr sz="3150" b="1">
                <a:solidFill>
                  <a:srgbClr val="173643"/>
                </a:solidFill>
                <a:latin typeface="Apple SD Gothic Neo"/>
                <a:ea typeface="Apple SD Gothic Neo"/>
                <a:cs typeface="Apple SD Gothic Neo"/>
              </a:defRPr>
            </a:lvl7pPr>
            <a:lvl8pPr>
              <a:defRPr sz="3150" b="1">
                <a:solidFill>
                  <a:srgbClr val="173643"/>
                </a:solidFill>
                <a:latin typeface="Apple SD Gothic Neo"/>
                <a:ea typeface="Apple SD Gothic Neo"/>
                <a:cs typeface="Apple SD Gothic Neo"/>
              </a:defRPr>
            </a:lvl8pPr>
            <a:lvl9pPr>
              <a:defRPr sz="3150" b="1">
                <a:solidFill>
                  <a:srgbClr val="173643"/>
                </a:solidFill>
                <a:latin typeface="Apple SD Gothic Neo"/>
                <a:ea typeface="Apple SD Gothic Neo"/>
                <a:cs typeface="Apple SD Gothic Neo"/>
              </a:defRPr>
            </a:lvl9pPr>
          </a:lstStyle>
          <a:p xmlns:a="http://schemas.openxmlformats.org/drawingml/2006/main">
            <a:pPr>
              <a:defRPr sz="3150" b="1">
                <a:solidFill>
                  <a:srgbClr val="173643"/>
                </a:solidFill>
                <a:latin typeface="Apple SD Gothic Neo"/>
                <a:ea typeface="Apple SD Gothic Neo"/>
                <a:cs typeface="Apple SD Gothic Neo"/>
              </a:defRPr>
            </a:pPr>
            <a:r>
              <a:rPr sz="3150" b="1">
                <a:solidFill>
                  <a:srgbClr val="173643"/>
                </a:solidFill>
                <a:latin typeface="Apple SD Gothic Neo"/>
                <a:ea typeface="Apple SD Gothic Neo"/>
                <a:cs typeface="Apple SD Gothic Neo"/>
              </a:rPr>
              <a:t>불량 미검출을 줄이되, 정상 오판도 확인합니다</a:t>
            </a:r>
          </a:p>
        </p:txBody>
      </p:sp>
      <p:sp>
        <p:nvSpPr>
          <p:cNvPr id="3" name="">
            <a:extLst xmlns:a="http://schemas.openxmlformats.org/drawingml/2006/main">
              <a:ext uri="{FF2B5EF4-FFF2-40B4-BE49-F238E27FC236}">
                <a16:creationId xmlns:a16="http://schemas.microsoft.com/office/drawing/2014/main" id="{5165DE9F-88D7-449E-AA5E-70B0A302DB76}"/>
              </a:ext>
            </a:extLst>
          </p:cNvPr>
          <p:cNvSpPr>
            <a:spLocks xmlns:a="http://schemas.openxmlformats.org/drawingml/2006/main" noGrp="1"/>
          </p:cNvSpPr>
          <p:nvPr/>
        </p:nvSpPr>
        <p:spPr>
          <a:xfrm xmlns:a="http://schemas.openxmlformats.org/drawingml/2006/main">
            <a:off x="609600" y="6467475"/>
            <a:ext cx="9048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G045 김용찬 · SK AI Leader Academy</a:t>
            </a:r>
          </a:p>
        </p:txBody>
      </p:sp>
      <p:sp>
        <p:nvSpPr>
          <p:cNvPr id="4" name="">
            <a:extLst xmlns:a="http://schemas.openxmlformats.org/drawingml/2006/main">
              <a:ext uri="{FF2B5EF4-FFF2-40B4-BE49-F238E27FC236}">
                <a16:creationId xmlns:a16="http://schemas.microsoft.com/office/drawing/2014/main" id="{69DB8F60-D067-4167-A18E-13A4F56D4DDD}"/>
              </a:ext>
            </a:extLst>
          </p:cNvPr>
          <p:cNvSpPr>
            <a:spLocks xmlns:a="http://schemas.openxmlformats.org/drawingml/2006/main" noGrp="1"/>
          </p:cNvSpPr>
          <p:nvPr/>
        </p:nvSpPr>
        <p:spPr>
          <a:xfrm xmlns:a="http://schemas.openxmlformats.org/drawingml/2006/main">
            <a:off x="10287000" y="6467475"/>
            <a:ext cx="1333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6 / 15</a:t>
            </a:r>
          </a:p>
        </p:txBody>
      </p:sp>
      <p:graphicFrame>
        <p:nvGraphicFramePr>
          <p:cNvPr id="5" name="">
            <a:extLst xmlns:a="http://schemas.openxmlformats.org/drawingml/2006/main">
              <a:ext uri="{FF2B5EF4-FFF2-40B4-BE49-F238E27FC236}">
                <a16:creationId xmlns:a16="http://schemas.microsoft.com/office/drawing/2014/main" id="{18C66E73-2AD4-46AD-9CAB-4C429B7F073E}"/>
              </a:ext>
            </a:extLst>
          </p:cNvPr>
          <p:cNvGraphicFramePr/>
          <p:nvPr/>
        </p:nvGraphicFramePr>
        <p:xfrm>
          <a:off xmlns:a="http://schemas.openxmlformats.org/drawingml/2006/main" x="609600" y="1781175"/>
          <a:ext xmlns:a="http://schemas.openxmlformats.org/drawingml/2006/main" cx="10972800" cy="2400300"/>
        </p:xfrm>
        <a:graphic xmlns:a="http://schemas.openxmlformats.org/drawingml/2006/main">
          <a:graphicData uri="http://schemas.openxmlformats.org/drawingml/2006/table">
            <a:tbl>
              <a:tblPr/>
              <a:tblGrid>
                <a:gridCol w="4191000"/>
                <a:gridCol w="3390900"/>
                <a:gridCol w="3390900"/>
              </a:tblGrid>
              <a:tr h="800100">
                <a:tc>
                  <a:txBody>
                    <a:bodyPr/>
                    <a:lstStyle/>
                    <a:p>
                      <a:r>
                        <a:rPr sz="2100" b="1">
                          <a:solidFill>
                            <a:srgbClr val="13747A"/>
                          </a:solidFill>
                          <a:latin typeface="Apple SD Gothic Neo"/>
                          <a:ea typeface="Apple SD Gothic Neo"/>
                          <a:cs typeface="Apple SD Gothic Neo"/>
                        </a:rPr>
                        <a:t>설명용 예시</a:t>
                      </a:r>
                    </a:p>
                  </a:txBody>
                  <a:tcPr marL="152400" marR="133350" marT="85725" marB="85725" anchor="ctr">
                    <a:lnL w="9525">
                      <a:solidFill>
                        <a:srgbClr val="D5E0E4"/>
                      </a:solidFill>
                      <a:prstDash val="solid"/>
                    </a:lnL>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c>
                  <a:txBody>
                    <a:bodyPr/>
                    <a:lstStyle/>
                    <a:p>
                      <a:r>
                        <a:rPr sz="2100" b="1">
                          <a:solidFill>
                            <a:srgbClr val="13747A"/>
                          </a:solidFill>
                          <a:latin typeface="Apple SD Gothic Neo"/>
                          <a:ea typeface="Apple SD Gothic Neo"/>
                          <a:cs typeface="Apple SD Gothic Neo"/>
                        </a:rPr>
                        <a:t>불량으로 판정</a:t>
                      </a:r>
                    </a:p>
                  </a:txBody>
                  <a:tcPr marL="152400" marR="133350" marT="85725" marB="85725" anchor="ctr">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c>
                  <a:txBody>
                    <a:bodyPr/>
                    <a:lstStyle/>
                    <a:p>
                      <a:r>
                        <a:rPr sz="2100" b="1">
                          <a:solidFill>
                            <a:srgbClr val="13747A"/>
                          </a:solidFill>
                          <a:latin typeface="Apple SD Gothic Neo"/>
                          <a:ea typeface="Apple SD Gothic Neo"/>
                          <a:cs typeface="Apple SD Gothic Neo"/>
                        </a:rPr>
                        <a:t>정상으로 판정</a:t>
                      </a:r>
                    </a:p>
                  </a:txBody>
                  <a:tcPr marL="152400" marR="133350" marT="85725" marB="85725" anchor="ctr">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r>
              <a:tr h="800100">
                <a:tc>
                  <a:txBody>
                    <a:bodyPr/>
                    <a:lstStyle/>
                    <a:p>
                      <a:r>
                        <a:rPr sz="2100" b="0">
                          <a:solidFill>
                            <a:srgbClr val="173643"/>
                          </a:solidFill>
                          <a:latin typeface="Apple SD Gothic Neo"/>
                          <a:ea typeface="Apple SD Gothic Neo"/>
                          <a:cs typeface="Apple SD Gothic Neo"/>
                        </a:rPr>
                        <a:t>실제 불량10개</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FFFFF"/>
                    </a:solidFill>
                  </a:tcPr>
                </a:tc>
                <a:tc>
                  <a:txBody>
                    <a:bodyPr/>
                    <a:lstStyle/>
                    <a:p>
                      <a:r>
                        <a:rPr sz="2100" b="0">
                          <a:solidFill>
                            <a:srgbClr val="173643"/>
                          </a:solidFill>
                          <a:latin typeface="Apple SD Gothic Neo"/>
                          <a:ea typeface="Apple SD Gothic Neo"/>
                          <a:cs typeface="Apple SD Gothic Neo"/>
                        </a:rPr>
                        <a:t>9개 발견 (TP)</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c>
                  <a:txBody>
                    <a:bodyPr/>
                    <a:lstStyle/>
                    <a:p>
                      <a:r>
                        <a:rPr sz="2100" b="0">
                          <a:solidFill>
                            <a:srgbClr val="173643"/>
                          </a:solidFill>
                          <a:latin typeface="Apple SD Gothic Neo"/>
                          <a:ea typeface="Apple SD Gothic Neo"/>
                          <a:cs typeface="Apple SD Gothic Neo"/>
                        </a:rPr>
                        <a:t>1개 놓침 (FN)</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r>
              <a:tr h="800100">
                <a:tc>
                  <a:txBody>
                    <a:bodyPr/>
                    <a:lstStyle/>
                    <a:p>
                      <a:r>
                        <a:rPr sz="2100" b="0">
                          <a:solidFill>
                            <a:srgbClr val="173643"/>
                          </a:solidFill>
                          <a:latin typeface="Apple SD Gothic Neo"/>
                          <a:ea typeface="Apple SD Gothic Neo"/>
                          <a:cs typeface="Apple SD Gothic Neo"/>
                        </a:rPr>
                        <a:t>실제 정상90개</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1F5F6"/>
                    </a:solidFill>
                  </a:tcPr>
                </a:tc>
                <a:tc>
                  <a:txBody>
                    <a:bodyPr/>
                    <a:lstStyle/>
                    <a:p>
                      <a:r>
                        <a:rPr sz="2100" b="0">
                          <a:solidFill>
                            <a:srgbClr val="173643"/>
                          </a:solidFill>
                          <a:latin typeface="Apple SD Gothic Neo"/>
                          <a:ea typeface="Apple SD Gothic Neo"/>
                          <a:cs typeface="Apple SD Gothic Neo"/>
                        </a:rPr>
                        <a:t>3개 정상 오판 (FP)</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c>
                  <a:txBody>
                    <a:bodyPr/>
                    <a:lstStyle/>
                    <a:p>
                      <a:r>
                        <a:rPr sz="2100" b="0">
                          <a:solidFill>
                            <a:srgbClr val="173643"/>
                          </a:solidFill>
                          <a:latin typeface="Apple SD Gothic Neo"/>
                          <a:ea typeface="Apple SD Gothic Neo"/>
                          <a:cs typeface="Apple SD Gothic Neo"/>
                        </a:rPr>
                        <a:t>87개 정상 통과 (TN)</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r>
            </a:tbl>
          </a:graphicData>
        </a:graphic>
      </p:graphicFrame>
      <p:sp>
        <p:nvSpPr>
          <p:cNvPr id="6" name="">
            <a:extLst xmlns:a="http://schemas.openxmlformats.org/drawingml/2006/main">
              <a:ext uri="{FF2B5EF4-FFF2-40B4-BE49-F238E27FC236}">
                <a16:creationId xmlns:a16="http://schemas.microsoft.com/office/drawing/2014/main" id="{B5012A06-427A-4BE7-A9AC-42619FA224E9}"/>
              </a:ext>
            </a:extLst>
          </p:cNvPr>
          <p:cNvSpPr>
            <a:spLocks xmlns:a="http://schemas.openxmlformats.org/drawingml/2006/main" noGrp="1"/>
          </p:cNvSpPr>
          <p:nvPr/>
        </p:nvSpPr>
        <p:spPr>
          <a:xfrm xmlns:a="http://schemas.openxmlformats.org/drawingml/2006/main">
            <a:off x="609600" y="4419600"/>
            <a:ext cx="109728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2100" b="0">
                <a:solidFill>
                  <a:srgbClr val="173643"/>
                </a:solidFill>
                <a:latin typeface="Apple SD Gothic Neo"/>
                <a:ea typeface="Apple SD Gothic Neo"/>
                <a:cs typeface="Apple SD Gothic Neo"/>
              </a:defRPr>
            </a:defPPr>
            <a:lvl1pPr>
              <a:defRPr sz="2100" b="0">
                <a:solidFill>
                  <a:srgbClr val="173643"/>
                </a:solidFill>
                <a:latin typeface="Apple SD Gothic Neo"/>
                <a:ea typeface="Apple SD Gothic Neo"/>
                <a:cs typeface="Apple SD Gothic Neo"/>
              </a:defRPr>
            </a:lvl1pPr>
            <a:lvl2pPr>
              <a:defRPr sz="2100" b="0">
                <a:solidFill>
                  <a:srgbClr val="173643"/>
                </a:solidFill>
                <a:latin typeface="Apple SD Gothic Neo"/>
                <a:ea typeface="Apple SD Gothic Neo"/>
                <a:cs typeface="Apple SD Gothic Neo"/>
              </a:defRPr>
            </a:lvl2pPr>
            <a:lvl3pPr>
              <a:defRPr sz="2100" b="0">
                <a:solidFill>
                  <a:srgbClr val="173643"/>
                </a:solidFill>
                <a:latin typeface="Apple SD Gothic Neo"/>
                <a:ea typeface="Apple SD Gothic Neo"/>
                <a:cs typeface="Apple SD Gothic Neo"/>
              </a:defRPr>
            </a:lvl3pPr>
            <a:lvl4pPr>
              <a:defRPr sz="2100" b="0">
                <a:solidFill>
                  <a:srgbClr val="173643"/>
                </a:solidFill>
                <a:latin typeface="Apple SD Gothic Neo"/>
                <a:ea typeface="Apple SD Gothic Neo"/>
                <a:cs typeface="Apple SD Gothic Neo"/>
              </a:defRPr>
            </a:lvl4pPr>
            <a:lvl5pPr>
              <a:defRPr sz="2100" b="0">
                <a:solidFill>
                  <a:srgbClr val="173643"/>
                </a:solidFill>
                <a:latin typeface="Apple SD Gothic Neo"/>
                <a:ea typeface="Apple SD Gothic Neo"/>
                <a:cs typeface="Apple SD Gothic Neo"/>
              </a:defRPr>
            </a:lvl5pPr>
            <a:lvl6pPr>
              <a:defRPr sz="2100" b="0">
                <a:solidFill>
                  <a:srgbClr val="173643"/>
                </a:solidFill>
                <a:latin typeface="Apple SD Gothic Neo"/>
                <a:ea typeface="Apple SD Gothic Neo"/>
                <a:cs typeface="Apple SD Gothic Neo"/>
              </a:defRPr>
            </a:lvl6pPr>
            <a:lvl7pPr>
              <a:defRPr sz="2100" b="0">
                <a:solidFill>
                  <a:srgbClr val="173643"/>
                </a:solidFill>
                <a:latin typeface="Apple SD Gothic Neo"/>
                <a:ea typeface="Apple SD Gothic Neo"/>
                <a:cs typeface="Apple SD Gothic Neo"/>
              </a:defRPr>
            </a:lvl7pPr>
            <a:lvl8pPr>
              <a:defRPr sz="2100" b="0">
                <a:solidFill>
                  <a:srgbClr val="173643"/>
                </a:solidFill>
                <a:latin typeface="Apple SD Gothic Neo"/>
                <a:ea typeface="Apple SD Gothic Neo"/>
                <a:cs typeface="Apple SD Gothic Neo"/>
              </a:defRPr>
            </a:lvl8pPr>
            <a:lvl9pPr>
              <a:defRPr sz="2100" b="0">
                <a:solidFill>
                  <a:srgbClr val="173643"/>
                </a:solidFill>
                <a:latin typeface="Apple SD Gothic Neo"/>
                <a:ea typeface="Apple SD Gothic Neo"/>
                <a:cs typeface="Apple SD Gothic Neo"/>
              </a:defRPr>
            </a:lvl9pPr>
          </a:lstStyle>
          <a:p xmlns:a="http://schemas.openxmlformats.org/drawingml/2006/main">
            <a:pPr>
              <a:defRPr sz="2100" b="0">
                <a:solidFill>
                  <a:srgbClr val="173643"/>
                </a:solidFill>
                <a:latin typeface="Apple SD Gothic Neo"/>
                <a:ea typeface="Apple SD Gothic Neo"/>
                <a:cs typeface="Apple SD Gothic Neo"/>
              </a:defRPr>
            </a:pPr>
            <a:r>
              <a:rPr sz="2100" b="0">
                <a:solidFill>
                  <a:srgbClr val="173643"/>
                </a:solidFill>
                <a:latin typeface="Apple SD Gothic Neo"/>
                <a:ea typeface="Apple SD Gothic Neo"/>
                <a:cs typeface="Apple SD Gothic Neo"/>
              </a:rPr>
              <a:t>Recall: 실제 불량 중 얼마나 찾아냈는가?</a:t>
            </a:r>
          </a:p>
        </p:txBody>
      </p:sp>
      <p:sp>
        <p:nvSpPr>
          <p:cNvPr id="7" name="">
            <a:extLst xmlns:a="http://schemas.openxmlformats.org/drawingml/2006/main">
              <a:ext uri="{FF2B5EF4-FFF2-40B4-BE49-F238E27FC236}">
                <a16:creationId xmlns:a16="http://schemas.microsoft.com/office/drawing/2014/main" id="{BE4D6295-DB1D-4EAC-8F0A-4927FCBDA236}"/>
              </a:ext>
            </a:extLst>
          </p:cNvPr>
          <p:cNvSpPr>
            <a:spLocks xmlns:a="http://schemas.openxmlformats.org/drawingml/2006/main" noGrp="1"/>
          </p:cNvSpPr>
          <p:nvPr/>
        </p:nvSpPr>
        <p:spPr>
          <a:xfrm xmlns:a="http://schemas.openxmlformats.org/drawingml/2006/main">
            <a:off x="609600" y="4933950"/>
            <a:ext cx="109728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2100" b="0">
                <a:solidFill>
                  <a:srgbClr val="173643"/>
                </a:solidFill>
                <a:latin typeface="Apple SD Gothic Neo"/>
                <a:ea typeface="Apple SD Gothic Neo"/>
                <a:cs typeface="Apple SD Gothic Neo"/>
              </a:defRPr>
            </a:defPPr>
            <a:lvl1pPr>
              <a:defRPr sz="2100" b="0">
                <a:solidFill>
                  <a:srgbClr val="173643"/>
                </a:solidFill>
                <a:latin typeface="Apple SD Gothic Neo"/>
                <a:ea typeface="Apple SD Gothic Neo"/>
                <a:cs typeface="Apple SD Gothic Neo"/>
              </a:defRPr>
            </a:lvl1pPr>
            <a:lvl2pPr>
              <a:defRPr sz="2100" b="0">
                <a:solidFill>
                  <a:srgbClr val="173643"/>
                </a:solidFill>
                <a:latin typeface="Apple SD Gothic Neo"/>
                <a:ea typeface="Apple SD Gothic Neo"/>
                <a:cs typeface="Apple SD Gothic Neo"/>
              </a:defRPr>
            </a:lvl2pPr>
            <a:lvl3pPr>
              <a:defRPr sz="2100" b="0">
                <a:solidFill>
                  <a:srgbClr val="173643"/>
                </a:solidFill>
                <a:latin typeface="Apple SD Gothic Neo"/>
                <a:ea typeface="Apple SD Gothic Neo"/>
                <a:cs typeface="Apple SD Gothic Neo"/>
              </a:defRPr>
            </a:lvl3pPr>
            <a:lvl4pPr>
              <a:defRPr sz="2100" b="0">
                <a:solidFill>
                  <a:srgbClr val="173643"/>
                </a:solidFill>
                <a:latin typeface="Apple SD Gothic Neo"/>
                <a:ea typeface="Apple SD Gothic Neo"/>
                <a:cs typeface="Apple SD Gothic Neo"/>
              </a:defRPr>
            </a:lvl4pPr>
            <a:lvl5pPr>
              <a:defRPr sz="2100" b="0">
                <a:solidFill>
                  <a:srgbClr val="173643"/>
                </a:solidFill>
                <a:latin typeface="Apple SD Gothic Neo"/>
                <a:ea typeface="Apple SD Gothic Neo"/>
                <a:cs typeface="Apple SD Gothic Neo"/>
              </a:defRPr>
            </a:lvl5pPr>
            <a:lvl6pPr>
              <a:defRPr sz="2100" b="0">
                <a:solidFill>
                  <a:srgbClr val="173643"/>
                </a:solidFill>
                <a:latin typeface="Apple SD Gothic Neo"/>
                <a:ea typeface="Apple SD Gothic Neo"/>
                <a:cs typeface="Apple SD Gothic Neo"/>
              </a:defRPr>
            </a:lvl6pPr>
            <a:lvl7pPr>
              <a:defRPr sz="2100" b="0">
                <a:solidFill>
                  <a:srgbClr val="173643"/>
                </a:solidFill>
                <a:latin typeface="Apple SD Gothic Neo"/>
                <a:ea typeface="Apple SD Gothic Neo"/>
                <a:cs typeface="Apple SD Gothic Neo"/>
              </a:defRPr>
            </a:lvl7pPr>
            <a:lvl8pPr>
              <a:defRPr sz="2100" b="0">
                <a:solidFill>
                  <a:srgbClr val="173643"/>
                </a:solidFill>
                <a:latin typeface="Apple SD Gothic Neo"/>
                <a:ea typeface="Apple SD Gothic Neo"/>
                <a:cs typeface="Apple SD Gothic Neo"/>
              </a:defRPr>
            </a:lvl8pPr>
            <a:lvl9pPr>
              <a:defRPr sz="2100" b="0">
                <a:solidFill>
                  <a:srgbClr val="173643"/>
                </a:solidFill>
                <a:latin typeface="Apple SD Gothic Neo"/>
                <a:ea typeface="Apple SD Gothic Neo"/>
                <a:cs typeface="Apple SD Gothic Neo"/>
              </a:defRPr>
            </a:lvl9pPr>
          </a:lstStyle>
          <a:p xmlns:a="http://schemas.openxmlformats.org/drawingml/2006/main">
            <a:pPr>
              <a:defRPr sz="2100" b="0">
                <a:solidFill>
                  <a:srgbClr val="173643"/>
                </a:solidFill>
                <a:latin typeface="Apple SD Gothic Neo"/>
                <a:ea typeface="Apple SD Gothic Neo"/>
                <a:cs typeface="Apple SD Gothic Neo"/>
              </a:defRPr>
            </a:pPr>
            <a:r>
              <a:rPr sz="2100" b="0">
                <a:solidFill>
                  <a:srgbClr val="173643"/>
                </a:solidFill>
                <a:latin typeface="Apple SD Gothic Neo"/>
                <a:ea typeface="Apple SD Gothic Neo"/>
                <a:cs typeface="Apple SD Gothic Neo"/>
              </a:rPr>
              <a:t>정상 오판률: 실제 정상 중 얼마나 불량으로 잘못 판정했는가?</a:t>
            </a:r>
          </a:p>
        </p:txBody>
      </p:sp>
      <p:sp>
        <p:nvSpPr>
          <p:cNvPr id="8" name="">
            <a:extLst xmlns:a="http://schemas.openxmlformats.org/drawingml/2006/main">
              <a:ext uri="{FF2B5EF4-FFF2-40B4-BE49-F238E27FC236}">
                <a16:creationId xmlns:a16="http://schemas.microsoft.com/office/drawing/2014/main" id="{B2178FF5-1DB9-40CE-A81A-BDA4503D489C}"/>
              </a:ext>
            </a:extLst>
          </p:cNvPr>
          <p:cNvSpPr>
            <a:spLocks xmlns:a="http://schemas.openxmlformats.org/drawingml/2006/main" noGrp="1"/>
          </p:cNvSpPr>
          <p:nvPr/>
        </p:nvSpPr>
        <p:spPr>
          <a:xfrm xmlns:a="http://schemas.openxmlformats.org/drawingml/2006/main">
            <a:off x="609600" y="5448300"/>
            <a:ext cx="109728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2100" b="0">
                <a:solidFill>
                  <a:srgbClr val="173643"/>
                </a:solidFill>
                <a:latin typeface="Apple SD Gothic Neo"/>
                <a:ea typeface="Apple SD Gothic Neo"/>
                <a:cs typeface="Apple SD Gothic Neo"/>
              </a:defRPr>
            </a:defPPr>
            <a:lvl1pPr>
              <a:defRPr sz="2100" b="0">
                <a:solidFill>
                  <a:srgbClr val="173643"/>
                </a:solidFill>
                <a:latin typeface="Apple SD Gothic Neo"/>
                <a:ea typeface="Apple SD Gothic Neo"/>
                <a:cs typeface="Apple SD Gothic Neo"/>
              </a:defRPr>
            </a:lvl1pPr>
            <a:lvl2pPr>
              <a:defRPr sz="2100" b="0">
                <a:solidFill>
                  <a:srgbClr val="173643"/>
                </a:solidFill>
                <a:latin typeface="Apple SD Gothic Neo"/>
                <a:ea typeface="Apple SD Gothic Neo"/>
                <a:cs typeface="Apple SD Gothic Neo"/>
              </a:defRPr>
            </a:lvl2pPr>
            <a:lvl3pPr>
              <a:defRPr sz="2100" b="0">
                <a:solidFill>
                  <a:srgbClr val="173643"/>
                </a:solidFill>
                <a:latin typeface="Apple SD Gothic Neo"/>
                <a:ea typeface="Apple SD Gothic Neo"/>
                <a:cs typeface="Apple SD Gothic Neo"/>
              </a:defRPr>
            </a:lvl3pPr>
            <a:lvl4pPr>
              <a:defRPr sz="2100" b="0">
                <a:solidFill>
                  <a:srgbClr val="173643"/>
                </a:solidFill>
                <a:latin typeface="Apple SD Gothic Neo"/>
                <a:ea typeface="Apple SD Gothic Neo"/>
                <a:cs typeface="Apple SD Gothic Neo"/>
              </a:defRPr>
            </a:lvl4pPr>
            <a:lvl5pPr>
              <a:defRPr sz="2100" b="0">
                <a:solidFill>
                  <a:srgbClr val="173643"/>
                </a:solidFill>
                <a:latin typeface="Apple SD Gothic Neo"/>
                <a:ea typeface="Apple SD Gothic Neo"/>
                <a:cs typeface="Apple SD Gothic Neo"/>
              </a:defRPr>
            </a:lvl5pPr>
            <a:lvl6pPr>
              <a:defRPr sz="2100" b="0">
                <a:solidFill>
                  <a:srgbClr val="173643"/>
                </a:solidFill>
                <a:latin typeface="Apple SD Gothic Neo"/>
                <a:ea typeface="Apple SD Gothic Neo"/>
                <a:cs typeface="Apple SD Gothic Neo"/>
              </a:defRPr>
            </a:lvl6pPr>
            <a:lvl7pPr>
              <a:defRPr sz="2100" b="0">
                <a:solidFill>
                  <a:srgbClr val="173643"/>
                </a:solidFill>
                <a:latin typeface="Apple SD Gothic Neo"/>
                <a:ea typeface="Apple SD Gothic Neo"/>
                <a:cs typeface="Apple SD Gothic Neo"/>
              </a:defRPr>
            </a:lvl7pPr>
            <a:lvl8pPr>
              <a:defRPr sz="2100" b="0">
                <a:solidFill>
                  <a:srgbClr val="173643"/>
                </a:solidFill>
                <a:latin typeface="Apple SD Gothic Neo"/>
                <a:ea typeface="Apple SD Gothic Neo"/>
                <a:cs typeface="Apple SD Gothic Neo"/>
              </a:defRPr>
            </a:lvl8pPr>
            <a:lvl9pPr>
              <a:defRPr sz="2100" b="0">
                <a:solidFill>
                  <a:srgbClr val="173643"/>
                </a:solidFill>
                <a:latin typeface="Apple SD Gothic Neo"/>
                <a:ea typeface="Apple SD Gothic Neo"/>
                <a:cs typeface="Apple SD Gothic Neo"/>
              </a:defRPr>
            </a:lvl9pPr>
          </a:lstStyle>
          <a:p xmlns:a="http://schemas.openxmlformats.org/drawingml/2006/main">
            <a:pPr>
              <a:defRPr sz="2100" b="0">
                <a:solidFill>
                  <a:srgbClr val="173643"/>
                </a:solidFill>
                <a:latin typeface="Apple SD Gothic Neo"/>
                <a:ea typeface="Apple SD Gothic Neo"/>
                <a:cs typeface="Apple SD Gothic Neo"/>
              </a:defRPr>
            </a:pPr>
            <a:r>
              <a:rPr sz="2100" b="0">
                <a:solidFill>
                  <a:srgbClr val="173643"/>
                </a:solidFill>
                <a:latin typeface="Apple SD Gothic Neo"/>
                <a:ea typeface="Apple SD Gothic Neo"/>
                <a:cs typeface="Apple SD Gothic Neo"/>
              </a:rPr>
              <a:t>Precision·F1도 보조 지표로 함께 확인합니다.</a:t>
            </a:r>
          </a:p>
        </p:txBody>
      </p:sp>
    </p:spTree>
    <p:extLst>
      <p:ext uri="{BB962C8B-B14F-4D97-AF65-F5344CB8AC3E}">
        <p14:creationId xmlns:p14="http://schemas.microsoft.com/office/powerpoint/2010/main" val="1115783668"/>
      </p:ext>
    </p:extLst>
  </p:cSld>
</p:sld>
</file>

<file path=ppt/slides/slide7.xml><?xml version="1.0" encoding="utf-8"?>
<p:sld xmlns:p="http://schemas.openxmlformats.org/presentationml/2006/main">
  <p:cSld>
    <p:bg>
      <p:bgPr>
        <a:solidFill xmlns:a="http://schemas.openxmlformats.org/drawingml/2006/main">
          <a:srgbClr val="F7F9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6A28E7B-9FD9-40B6-BBF8-32E69B673E2E}"/>
              </a:ext>
            </a:extLst>
          </p:cNvPr>
          <p:cNvSpPr>
            <a:spLocks xmlns:a="http://schemas.openxmlformats.org/drawingml/2006/main" noGrp="1"/>
          </p:cNvSpPr>
          <p:nvPr/>
        </p:nvSpPr>
        <p:spPr>
          <a:xfrm xmlns:a="http://schemas.openxmlformats.org/drawingml/2006/main">
            <a:off x="609600" y="228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75" b="1">
                <a:solidFill>
                  <a:srgbClr val="13747A"/>
                </a:solidFill>
                <a:latin typeface="Apple SD Gothic Neo"/>
                <a:ea typeface="Apple SD Gothic Neo"/>
                <a:cs typeface="Apple SD Gothic Neo"/>
              </a:defRPr>
            </a:defPPr>
            <a:lvl1pPr>
              <a:defRPr sz="1275" b="1">
                <a:solidFill>
                  <a:srgbClr val="13747A"/>
                </a:solidFill>
                <a:latin typeface="Apple SD Gothic Neo"/>
                <a:ea typeface="Apple SD Gothic Neo"/>
                <a:cs typeface="Apple SD Gothic Neo"/>
              </a:defRPr>
            </a:lvl1pPr>
            <a:lvl2pPr>
              <a:defRPr sz="1275" b="1">
                <a:solidFill>
                  <a:srgbClr val="13747A"/>
                </a:solidFill>
                <a:latin typeface="Apple SD Gothic Neo"/>
                <a:ea typeface="Apple SD Gothic Neo"/>
                <a:cs typeface="Apple SD Gothic Neo"/>
              </a:defRPr>
            </a:lvl2pPr>
            <a:lvl3pPr>
              <a:defRPr sz="1275" b="1">
                <a:solidFill>
                  <a:srgbClr val="13747A"/>
                </a:solidFill>
                <a:latin typeface="Apple SD Gothic Neo"/>
                <a:ea typeface="Apple SD Gothic Neo"/>
                <a:cs typeface="Apple SD Gothic Neo"/>
              </a:defRPr>
            </a:lvl3pPr>
            <a:lvl4pPr>
              <a:defRPr sz="1275" b="1">
                <a:solidFill>
                  <a:srgbClr val="13747A"/>
                </a:solidFill>
                <a:latin typeface="Apple SD Gothic Neo"/>
                <a:ea typeface="Apple SD Gothic Neo"/>
                <a:cs typeface="Apple SD Gothic Neo"/>
              </a:defRPr>
            </a:lvl4pPr>
            <a:lvl5pPr>
              <a:defRPr sz="1275" b="1">
                <a:solidFill>
                  <a:srgbClr val="13747A"/>
                </a:solidFill>
                <a:latin typeface="Apple SD Gothic Neo"/>
                <a:ea typeface="Apple SD Gothic Neo"/>
                <a:cs typeface="Apple SD Gothic Neo"/>
              </a:defRPr>
            </a:lvl5pPr>
            <a:lvl6pPr>
              <a:defRPr sz="1275" b="1">
                <a:solidFill>
                  <a:srgbClr val="13747A"/>
                </a:solidFill>
                <a:latin typeface="Apple SD Gothic Neo"/>
                <a:ea typeface="Apple SD Gothic Neo"/>
                <a:cs typeface="Apple SD Gothic Neo"/>
              </a:defRPr>
            </a:lvl6pPr>
            <a:lvl7pPr>
              <a:defRPr sz="1275" b="1">
                <a:solidFill>
                  <a:srgbClr val="13747A"/>
                </a:solidFill>
                <a:latin typeface="Apple SD Gothic Neo"/>
                <a:ea typeface="Apple SD Gothic Neo"/>
                <a:cs typeface="Apple SD Gothic Neo"/>
              </a:defRPr>
            </a:lvl7pPr>
            <a:lvl8pPr>
              <a:defRPr sz="1275" b="1">
                <a:solidFill>
                  <a:srgbClr val="13747A"/>
                </a:solidFill>
                <a:latin typeface="Apple SD Gothic Neo"/>
                <a:ea typeface="Apple SD Gothic Neo"/>
                <a:cs typeface="Apple SD Gothic Neo"/>
              </a:defRPr>
            </a:lvl8pPr>
            <a:lvl9pPr>
              <a:defRPr sz="1275" b="1">
                <a:solidFill>
                  <a:srgbClr val="13747A"/>
                </a:solidFill>
                <a:latin typeface="Apple SD Gothic Neo"/>
                <a:ea typeface="Apple SD Gothic Neo"/>
                <a:cs typeface="Apple SD Gothic Neo"/>
              </a:defRPr>
            </a:lvl9pPr>
          </a:lstStyle>
          <a:p xmlns:a="http://schemas.openxmlformats.org/drawingml/2006/main">
            <a:pPr>
              <a:defRPr sz="1275" b="1">
                <a:solidFill>
                  <a:srgbClr val="13747A"/>
                </a:solidFill>
                <a:latin typeface="Apple SD Gothic Neo"/>
                <a:ea typeface="Apple SD Gothic Neo"/>
                <a:cs typeface="Apple SD Gothic Neo"/>
              </a:defRPr>
            </a:pPr>
            <a:r>
              <a:rPr sz="1275" b="1">
                <a:solidFill>
                  <a:srgbClr val="13747A"/>
                </a:solidFill>
                <a:latin typeface="Apple SD Gothic Neo"/>
                <a:ea typeface="Apple SD Gothic Neo"/>
                <a:cs typeface="Apple SD Gothic Neo"/>
              </a:rPr>
              <a:t>실험 1 · 합성 센서의 같은 Test에서 비교</a:t>
            </a:r>
          </a:p>
        </p:txBody>
      </p:sp>
      <p:sp>
        <p:nvSpPr>
          <p:cNvPr id="2" name="">
            <a:extLst xmlns:a="http://schemas.openxmlformats.org/drawingml/2006/main">
              <a:ext uri="{FF2B5EF4-FFF2-40B4-BE49-F238E27FC236}">
                <a16:creationId xmlns:a16="http://schemas.microsoft.com/office/drawing/2014/main" id="{C73781E0-FD22-421B-BC28-BF0BB70E0197}"/>
              </a:ext>
            </a:extLst>
          </p:cNvPr>
          <p:cNvSpPr>
            <a:spLocks xmlns:a="http://schemas.openxmlformats.org/drawingml/2006/main" noGrp="1"/>
          </p:cNvSpPr>
          <p:nvPr/>
        </p:nvSpPr>
        <p:spPr>
          <a:xfrm xmlns:a="http://schemas.openxmlformats.org/drawingml/2006/main">
            <a:off x="609600" y="6858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3150" b="1">
                <a:solidFill>
                  <a:srgbClr val="173643"/>
                </a:solidFill>
                <a:latin typeface="Apple SD Gothic Neo"/>
                <a:ea typeface="Apple SD Gothic Neo"/>
                <a:cs typeface="Apple SD Gothic Neo"/>
              </a:defRPr>
            </a:defPPr>
            <a:lvl1pPr>
              <a:defRPr sz="3150" b="1">
                <a:solidFill>
                  <a:srgbClr val="173643"/>
                </a:solidFill>
                <a:latin typeface="Apple SD Gothic Neo"/>
                <a:ea typeface="Apple SD Gothic Neo"/>
                <a:cs typeface="Apple SD Gothic Neo"/>
              </a:defRPr>
            </a:lvl1pPr>
            <a:lvl2pPr>
              <a:defRPr sz="3150" b="1">
                <a:solidFill>
                  <a:srgbClr val="173643"/>
                </a:solidFill>
                <a:latin typeface="Apple SD Gothic Neo"/>
                <a:ea typeface="Apple SD Gothic Neo"/>
                <a:cs typeface="Apple SD Gothic Neo"/>
              </a:defRPr>
            </a:lvl2pPr>
            <a:lvl3pPr>
              <a:defRPr sz="3150" b="1">
                <a:solidFill>
                  <a:srgbClr val="173643"/>
                </a:solidFill>
                <a:latin typeface="Apple SD Gothic Neo"/>
                <a:ea typeface="Apple SD Gothic Neo"/>
                <a:cs typeface="Apple SD Gothic Neo"/>
              </a:defRPr>
            </a:lvl3pPr>
            <a:lvl4pPr>
              <a:defRPr sz="3150" b="1">
                <a:solidFill>
                  <a:srgbClr val="173643"/>
                </a:solidFill>
                <a:latin typeface="Apple SD Gothic Neo"/>
                <a:ea typeface="Apple SD Gothic Neo"/>
                <a:cs typeface="Apple SD Gothic Neo"/>
              </a:defRPr>
            </a:lvl4pPr>
            <a:lvl5pPr>
              <a:defRPr sz="3150" b="1">
                <a:solidFill>
                  <a:srgbClr val="173643"/>
                </a:solidFill>
                <a:latin typeface="Apple SD Gothic Neo"/>
                <a:ea typeface="Apple SD Gothic Neo"/>
                <a:cs typeface="Apple SD Gothic Neo"/>
              </a:defRPr>
            </a:lvl5pPr>
            <a:lvl6pPr>
              <a:defRPr sz="3150" b="1">
                <a:solidFill>
                  <a:srgbClr val="173643"/>
                </a:solidFill>
                <a:latin typeface="Apple SD Gothic Neo"/>
                <a:ea typeface="Apple SD Gothic Neo"/>
                <a:cs typeface="Apple SD Gothic Neo"/>
              </a:defRPr>
            </a:lvl6pPr>
            <a:lvl7pPr>
              <a:defRPr sz="3150" b="1">
                <a:solidFill>
                  <a:srgbClr val="173643"/>
                </a:solidFill>
                <a:latin typeface="Apple SD Gothic Neo"/>
                <a:ea typeface="Apple SD Gothic Neo"/>
                <a:cs typeface="Apple SD Gothic Neo"/>
              </a:defRPr>
            </a:lvl7pPr>
            <a:lvl8pPr>
              <a:defRPr sz="3150" b="1">
                <a:solidFill>
                  <a:srgbClr val="173643"/>
                </a:solidFill>
                <a:latin typeface="Apple SD Gothic Neo"/>
                <a:ea typeface="Apple SD Gothic Neo"/>
                <a:cs typeface="Apple SD Gothic Neo"/>
              </a:defRPr>
            </a:lvl8pPr>
            <a:lvl9pPr>
              <a:defRPr sz="3150" b="1">
                <a:solidFill>
                  <a:srgbClr val="173643"/>
                </a:solidFill>
                <a:latin typeface="Apple SD Gothic Neo"/>
                <a:ea typeface="Apple SD Gothic Neo"/>
                <a:cs typeface="Apple SD Gothic Neo"/>
              </a:defRPr>
            </a:lvl9pPr>
          </a:lstStyle>
          <a:p xmlns:a="http://schemas.openxmlformats.org/drawingml/2006/main">
            <a:pPr>
              <a:defRPr sz="3150" b="1">
                <a:solidFill>
                  <a:srgbClr val="173643"/>
                </a:solidFill>
                <a:latin typeface="Apple SD Gothic Neo"/>
                <a:ea typeface="Apple SD Gothic Neo"/>
                <a:cs typeface="Apple SD Gothic Neo"/>
              </a:defRPr>
            </a:pPr>
            <a:r>
              <a:rPr sz="3150" b="1">
                <a:solidFill>
                  <a:srgbClr val="173643"/>
                </a:solidFill>
                <a:latin typeface="Apple SD Gothic Neo"/>
                <a:ea typeface="Apple SD Gothic Neo"/>
                <a:cs typeface="Apple SD Gothic Neo"/>
              </a:rPr>
              <a:t>불량 7개를 더 찾았지만 정상 오판도 늘었습니다</a:t>
            </a:r>
          </a:p>
        </p:txBody>
      </p:sp>
      <p:sp>
        <p:nvSpPr>
          <p:cNvPr id="3" name="">
            <a:extLst xmlns:a="http://schemas.openxmlformats.org/drawingml/2006/main">
              <a:ext uri="{FF2B5EF4-FFF2-40B4-BE49-F238E27FC236}">
                <a16:creationId xmlns:a16="http://schemas.microsoft.com/office/drawing/2014/main" id="{81648626-9AE1-43C6-8AE6-F6D0856EBFAF}"/>
              </a:ext>
            </a:extLst>
          </p:cNvPr>
          <p:cNvSpPr>
            <a:spLocks xmlns:a="http://schemas.openxmlformats.org/drawingml/2006/main" noGrp="1"/>
          </p:cNvSpPr>
          <p:nvPr/>
        </p:nvSpPr>
        <p:spPr>
          <a:xfrm xmlns:a="http://schemas.openxmlformats.org/drawingml/2006/main">
            <a:off x="609600" y="6467475"/>
            <a:ext cx="9048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G045 김용찬 · SK AI Leader Academy</a:t>
            </a:r>
          </a:p>
        </p:txBody>
      </p:sp>
      <p:sp>
        <p:nvSpPr>
          <p:cNvPr id="4" name="">
            <a:extLst xmlns:a="http://schemas.openxmlformats.org/drawingml/2006/main">
              <a:ext uri="{FF2B5EF4-FFF2-40B4-BE49-F238E27FC236}">
                <a16:creationId xmlns:a16="http://schemas.microsoft.com/office/drawing/2014/main" id="{1C8037D5-A84C-4876-9174-2B852DB70733}"/>
              </a:ext>
            </a:extLst>
          </p:cNvPr>
          <p:cNvSpPr>
            <a:spLocks xmlns:a="http://schemas.openxmlformats.org/drawingml/2006/main" noGrp="1"/>
          </p:cNvSpPr>
          <p:nvPr/>
        </p:nvSpPr>
        <p:spPr>
          <a:xfrm xmlns:a="http://schemas.openxmlformats.org/drawingml/2006/main">
            <a:off x="10287000" y="6467475"/>
            <a:ext cx="1333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7 / 15</a:t>
            </a:r>
          </a:p>
        </p:txBody>
      </p:sp>
      <p:graphicFrame>
        <p:nvGraphicFramePr>
          <p:cNvPr id="5" name="">
            <a:extLst xmlns:a="http://schemas.openxmlformats.org/drawingml/2006/main">
              <a:ext uri="{FF2B5EF4-FFF2-40B4-BE49-F238E27FC236}">
                <a16:creationId xmlns:a16="http://schemas.microsoft.com/office/drawing/2014/main" id="{E459DA6D-6F13-4A71-B837-FD9E452011CC}"/>
              </a:ext>
            </a:extLst>
          </p:cNvPr>
          <p:cNvGraphicFramePr/>
          <p:nvPr/>
        </p:nvGraphicFramePr>
        <p:xfrm>
          <a:off xmlns:a="http://schemas.openxmlformats.org/drawingml/2006/main" x="609600" y="1809750"/>
          <a:ext xmlns:a="http://schemas.openxmlformats.org/drawingml/2006/main" cx="10972800" cy="2762250"/>
        </p:xfrm>
        <a:graphic xmlns:a="http://schemas.openxmlformats.org/drawingml/2006/main">
          <a:graphicData uri="http://schemas.openxmlformats.org/drawingml/2006/table">
            <a:tbl>
              <a:tblPr/>
              <a:tblGrid>
                <a:gridCol w="5524500"/>
                <a:gridCol w="2724150"/>
                <a:gridCol w="2724150"/>
              </a:tblGrid>
              <a:tr h="690563">
                <a:tc>
                  <a:txBody>
                    <a:bodyPr/>
                    <a:lstStyle/>
                    <a:p>
                      <a:r>
                        <a:rPr sz="2175" b="1">
                          <a:solidFill>
                            <a:srgbClr val="13747A"/>
                          </a:solidFill>
                          <a:latin typeface="Apple SD Gothic Neo"/>
                          <a:ea typeface="Apple SD Gothic Neo"/>
                          <a:cs typeface="Apple SD Gothic Neo"/>
                        </a:rPr>
                        <a:t>동일 Test · 불량32개 / 정상224개</a:t>
                      </a:r>
                    </a:p>
                  </a:txBody>
                  <a:tcPr marL="152400" marR="133350" marT="85725" marB="85725" anchor="ctr">
                    <a:lnL w="9525">
                      <a:solidFill>
                        <a:srgbClr val="D5E0E4"/>
                      </a:solidFill>
                      <a:prstDash val="solid"/>
                    </a:lnL>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c>
                  <a:txBody>
                    <a:bodyPr/>
                    <a:lstStyle/>
                    <a:p>
                      <a:r>
                        <a:rPr sz="2175" b="1">
                          <a:solidFill>
                            <a:srgbClr val="13747A"/>
                          </a:solidFill>
                          <a:latin typeface="Apple SD Gothic Neo"/>
                          <a:ea typeface="Apple SD Gothic Neo"/>
                          <a:cs typeface="Apple SD Gothic Neo"/>
                        </a:rPr>
                        <a:t>기본 모델</a:t>
                      </a:r>
                    </a:p>
                  </a:txBody>
                  <a:tcPr marL="152400" marR="133350" marT="85725" marB="85725" anchor="ctr">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c>
                  <a:txBody>
                    <a:bodyPr/>
                    <a:lstStyle/>
                    <a:p>
                      <a:r>
                        <a:rPr sz="2175" b="1">
                          <a:solidFill>
                            <a:srgbClr val="13747A"/>
                          </a:solidFill>
                          <a:latin typeface="Apple SD Gothic Neo"/>
                          <a:ea typeface="Apple SD Gothic Neo"/>
                          <a:cs typeface="Apple SD Gothic Neo"/>
                        </a:rPr>
                        <a:t>고른 후보</a:t>
                      </a:r>
                    </a:p>
                  </a:txBody>
                  <a:tcPr marL="152400" marR="133350" marT="85725" marB="85725" anchor="ctr">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r>
              <a:tr h="690563">
                <a:tc>
                  <a:txBody>
                    <a:bodyPr/>
                    <a:lstStyle/>
                    <a:p>
                      <a:r>
                        <a:rPr sz="2175" b="0">
                          <a:solidFill>
                            <a:srgbClr val="173643"/>
                          </a:solidFill>
                          <a:latin typeface="Apple SD Gothic Neo"/>
                          <a:ea typeface="Apple SD Gothic Neo"/>
                          <a:cs typeface="Apple SD Gothic Neo"/>
                        </a:rPr>
                        <a:t>불량 발견</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FFFFF"/>
                    </a:solidFill>
                  </a:tcPr>
                </a:tc>
                <a:tc>
                  <a:txBody>
                    <a:bodyPr/>
                    <a:lstStyle/>
                    <a:p>
                      <a:r>
                        <a:rPr sz="2175" b="0">
                          <a:solidFill>
                            <a:srgbClr val="173643"/>
                          </a:solidFill>
                          <a:latin typeface="Apple SD Gothic Neo"/>
                          <a:ea typeface="Apple SD Gothic Neo"/>
                          <a:cs typeface="Apple SD Gothic Neo"/>
                        </a:rPr>
                        <a:t>20 / 32개</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c>
                  <a:txBody>
                    <a:bodyPr/>
                    <a:lstStyle/>
                    <a:p>
                      <a:r>
                        <a:rPr sz="2175" b="0">
                          <a:solidFill>
                            <a:srgbClr val="173643"/>
                          </a:solidFill>
                          <a:latin typeface="Apple SD Gothic Neo"/>
                          <a:ea typeface="Apple SD Gothic Neo"/>
                          <a:cs typeface="Apple SD Gothic Neo"/>
                        </a:rPr>
                        <a:t>27 / 32개</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r>
              <a:tr h="690563">
                <a:tc>
                  <a:txBody>
                    <a:bodyPr/>
                    <a:lstStyle/>
                    <a:p>
                      <a:r>
                        <a:rPr sz="2175" b="0">
                          <a:solidFill>
                            <a:srgbClr val="173643"/>
                          </a:solidFill>
                          <a:latin typeface="Apple SD Gothic Neo"/>
                          <a:ea typeface="Apple SD Gothic Neo"/>
                          <a:cs typeface="Apple SD Gothic Neo"/>
                        </a:rPr>
                        <a:t>놓친 불량</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1F5F6"/>
                    </a:solidFill>
                  </a:tcPr>
                </a:tc>
                <a:tc>
                  <a:txBody>
                    <a:bodyPr/>
                    <a:lstStyle/>
                    <a:p>
                      <a:r>
                        <a:rPr sz="2175" b="0">
                          <a:solidFill>
                            <a:srgbClr val="173643"/>
                          </a:solidFill>
                          <a:latin typeface="Apple SD Gothic Neo"/>
                          <a:ea typeface="Apple SD Gothic Neo"/>
                          <a:cs typeface="Apple SD Gothic Neo"/>
                        </a:rPr>
                        <a:t>12개</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c>
                  <a:txBody>
                    <a:bodyPr/>
                    <a:lstStyle/>
                    <a:p>
                      <a:r>
                        <a:rPr sz="2175" b="0">
                          <a:solidFill>
                            <a:srgbClr val="173643"/>
                          </a:solidFill>
                          <a:latin typeface="Apple SD Gothic Neo"/>
                          <a:ea typeface="Apple SD Gothic Neo"/>
                          <a:cs typeface="Apple SD Gothic Neo"/>
                        </a:rPr>
                        <a:t>5개</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r>
              <a:tr h="690563">
                <a:tc>
                  <a:txBody>
                    <a:bodyPr/>
                    <a:lstStyle/>
                    <a:p>
                      <a:r>
                        <a:rPr sz="2175" b="0">
                          <a:solidFill>
                            <a:srgbClr val="173643"/>
                          </a:solidFill>
                          <a:latin typeface="Apple SD Gothic Neo"/>
                          <a:ea typeface="Apple SD Gothic Neo"/>
                          <a:cs typeface="Apple SD Gothic Neo"/>
                        </a:rPr>
                        <a:t>정상 오판</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FFFFF"/>
                    </a:solidFill>
                  </a:tcPr>
                </a:tc>
                <a:tc>
                  <a:txBody>
                    <a:bodyPr/>
                    <a:lstStyle/>
                    <a:p>
                      <a:r>
                        <a:rPr sz="2175" b="0">
                          <a:solidFill>
                            <a:srgbClr val="173643"/>
                          </a:solidFill>
                          <a:latin typeface="Apple SD Gothic Neo"/>
                          <a:ea typeface="Apple SD Gothic Neo"/>
                          <a:cs typeface="Apple SD Gothic Neo"/>
                        </a:rPr>
                        <a:t>1 / 224개</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c>
                  <a:txBody>
                    <a:bodyPr/>
                    <a:lstStyle/>
                    <a:p>
                      <a:r>
                        <a:rPr sz="2175" b="0">
                          <a:solidFill>
                            <a:srgbClr val="173643"/>
                          </a:solidFill>
                          <a:latin typeface="Apple SD Gothic Neo"/>
                          <a:ea typeface="Apple SD Gothic Neo"/>
                          <a:cs typeface="Apple SD Gothic Neo"/>
                        </a:rPr>
                        <a:t>14 / 224개</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78F6D0FC-2EB8-4F6C-941D-E4651E7522DD}"/>
              </a:ext>
            </a:extLst>
          </p:cNvPr>
          <p:cNvSpPr>
            <a:spLocks xmlns:a="http://schemas.openxmlformats.org/drawingml/2006/main" noGrp="1"/>
          </p:cNvSpPr>
          <p:nvPr/>
        </p:nvSpPr>
        <p:spPr>
          <a:xfrm xmlns:a="http://schemas.openxmlformats.org/drawingml/2006/main">
            <a:off x="609600" y="48577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2025" b="0">
                <a:solidFill>
                  <a:srgbClr val="173643"/>
                </a:solidFill>
                <a:latin typeface="Apple SD Gothic Neo"/>
                <a:ea typeface="Apple SD Gothic Neo"/>
                <a:cs typeface="Apple SD Gothic Neo"/>
              </a:defRPr>
            </a:defPPr>
            <a:lvl1pPr>
              <a:defRPr sz="2025" b="0">
                <a:solidFill>
                  <a:srgbClr val="173643"/>
                </a:solidFill>
                <a:latin typeface="Apple SD Gothic Neo"/>
                <a:ea typeface="Apple SD Gothic Neo"/>
                <a:cs typeface="Apple SD Gothic Neo"/>
              </a:defRPr>
            </a:lvl1pPr>
            <a:lvl2pPr>
              <a:defRPr sz="2025" b="0">
                <a:solidFill>
                  <a:srgbClr val="173643"/>
                </a:solidFill>
                <a:latin typeface="Apple SD Gothic Neo"/>
                <a:ea typeface="Apple SD Gothic Neo"/>
                <a:cs typeface="Apple SD Gothic Neo"/>
              </a:defRPr>
            </a:lvl2pPr>
            <a:lvl3pPr>
              <a:defRPr sz="2025" b="0">
                <a:solidFill>
                  <a:srgbClr val="173643"/>
                </a:solidFill>
                <a:latin typeface="Apple SD Gothic Neo"/>
                <a:ea typeface="Apple SD Gothic Neo"/>
                <a:cs typeface="Apple SD Gothic Neo"/>
              </a:defRPr>
            </a:lvl3pPr>
            <a:lvl4pPr>
              <a:defRPr sz="2025" b="0">
                <a:solidFill>
                  <a:srgbClr val="173643"/>
                </a:solidFill>
                <a:latin typeface="Apple SD Gothic Neo"/>
                <a:ea typeface="Apple SD Gothic Neo"/>
                <a:cs typeface="Apple SD Gothic Neo"/>
              </a:defRPr>
            </a:lvl4pPr>
            <a:lvl5pPr>
              <a:defRPr sz="2025" b="0">
                <a:solidFill>
                  <a:srgbClr val="173643"/>
                </a:solidFill>
                <a:latin typeface="Apple SD Gothic Neo"/>
                <a:ea typeface="Apple SD Gothic Neo"/>
                <a:cs typeface="Apple SD Gothic Neo"/>
              </a:defRPr>
            </a:lvl5pPr>
            <a:lvl6pPr>
              <a:defRPr sz="2025" b="0">
                <a:solidFill>
                  <a:srgbClr val="173643"/>
                </a:solidFill>
                <a:latin typeface="Apple SD Gothic Neo"/>
                <a:ea typeface="Apple SD Gothic Neo"/>
                <a:cs typeface="Apple SD Gothic Neo"/>
              </a:defRPr>
            </a:lvl6pPr>
            <a:lvl7pPr>
              <a:defRPr sz="2025" b="0">
                <a:solidFill>
                  <a:srgbClr val="173643"/>
                </a:solidFill>
                <a:latin typeface="Apple SD Gothic Neo"/>
                <a:ea typeface="Apple SD Gothic Neo"/>
                <a:cs typeface="Apple SD Gothic Neo"/>
              </a:defRPr>
            </a:lvl7pPr>
            <a:lvl8pPr>
              <a:defRPr sz="2025" b="0">
                <a:solidFill>
                  <a:srgbClr val="173643"/>
                </a:solidFill>
                <a:latin typeface="Apple SD Gothic Neo"/>
                <a:ea typeface="Apple SD Gothic Neo"/>
                <a:cs typeface="Apple SD Gothic Neo"/>
              </a:defRPr>
            </a:lvl8pPr>
            <a:lvl9pPr>
              <a:defRPr sz="2025" b="0">
                <a:solidFill>
                  <a:srgbClr val="173643"/>
                </a:solidFill>
                <a:latin typeface="Apple SD Gothic Neo"/>
                <a:ea typeface="Apple SD Gothic Neo"/>
                <a:cs typeface="Apple SD Gothic Neo"/>
              </a:defRPr>
            </a:lvl9pPr>
          </a:lstStyle>
          <a:p xmlns:a="http://schemas.openxmlformats.org/drawingml/2006/main">
            <a:pPr>
              <a:defRPr sz="2025" b="0">
                <a:solidFill>
                  <a:srgbClr val="173643"/>
                </a:solidFill>
                <a:latin typeface="Apple SD Gothic Neo"/>
                <a:ea typeface="Apple SD Gothic Neo"/>
                <a:cs typeface="Apple SD Gothic Neo"/>
              </a:defRPr>
            </a:pPr>
            <a:r>
              <a:rPr sz="2025" b="0">
                <a:solidFill>
                  <a:srgbClr val="173643"/>
                </a:solidFill>
                <a:latin typeface="Apple SD Gothic Neo"/>
                <a:ea typeface="Apple SD Gothic Neo"/>
                <a:cs typeface="Apple SD Gothic Neo"/>
              </a:rPr>
              <a:t>후보: CatBoost · A+B+C 학습 / 기본: Logistic Regression</a:t>
            </a:r>
          </a:p>
        </p:txBody>
      </p:sp>
      <p:sp>
        <p:nvSpPr>
          <p:cNvPr id="7" name="">
            <a:extLst xmlns:a="http://schemas.openxmlformats.org/drawingml/2006/main">
              <a:ext uri="{FF2B5EF4-FFF2-40B4-BE49-F238E27FC236}">
                <a16:creationId xmlns:a16="http://schemas.microsoft.com/office/drawing/2014/main" id="{3A73EDA2-CBD2-42A9-A390-C55BB87244BF}"/>
              </a:ext>
            </a:extLst>
          </p:cNvPr>
          <p:cNvSpPr>
            <a:spLocks xmlns:a="http://schemas.openxmlformats.org/drawingml/2006/main" noGrp="1"/>
          </p:cNvSpPr>
          <p:nvPr/>
        </p:nvSpPr>
        <p:spPr>
          <a:xfrm xmlns:a="http://schemas.openxmlformats.org/drawingml/2006/main">
            <a:off x="609600" y="538162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2025" b="0">
                <a:solidFill>
                  <a:srgbClr val="173643"/>
                </a:solidFill>
                <a:latin typeface="Apple SD Gothic Neo"/>
                <a:ea typeface="Apple SD Gothic Neo"/>
                <a:cs typeface="Apple SD Gothic Neo"/>
              </a:defRPr>
            </a:defPPr>
            <a:lvl1pPr>
              <a:defRPr sz="2025" b="0">
                <a:solidFill>
                  <a:srgbClr val="173643"/>
                </a:solidFill>
                <a:latin typeface="Apple SD Gothic Neo"/>
                <a:ea typeface="Apple SD Gothic Neo"/>
                <a:cs typeface="Apple SD Gothic Neo"/>
              </a:defRPr>
            </a:lvl1pPr>
            <a:lvl2pPr>
              <a:defRPr sz="2025" b="0">
                <a:solidFill>
                  <a:srgbClr val="173643"/>
                </a:solidFill>
                <a:latin typeface="Apple SD Gothic Neo"/>
                <a:ea typeface="Apple SD Gothic Neo"/>
                <a:cs typeface="Apple SD Gothic Neo"/>
              </a:defRPr>
            </a:lvl2pPr>
            <a:lvl3pPr>
              <a:defRPr sz="2025" b="0">
                <a:solidFill>
                  <a:srgbClr val="173643"/>
                </a:solidFill>
                <a:latin typeface="Apple SD Gothic Neo"/>
                <a:ea typeface="Apple SD Gothic Neo"/>
                <a:cs typeface="Apple SD Gothic Neo"/>
              </a:defRPr>
            </a:lvl3pPr>
            <a:lvl4pPr>
              <a:defRPr sz="2025" b="0">
                <a:solidFill>
                  <a:srgbClr val="173643"/>
                </a:solidFill>
                <a:latin typeface="Apple SD Gothic Neo"/>
                <a:ea typeface="Apple SD Gothic Neo"/>
                <a:cs typeface="Apple SD Gothic Neo"/>
              </a:defRPr>
            </a:lvl4pPr>
            <a:lvl5pPr>
              <a:defRPr sz="2025" b="0">
                <a:solidFill>
                  <a:srgbClr val="173643"/>
                </a:solidFill>
                <a:latin typeface="Apple SD Gothic Neo"/>
                <a:ea typeface="Apple SD Gothic Neo"/>
                <a:cs typeface="Apple SD Gothic Neo"/>
              </a:defRPr>
            </a:lvl5pPr>
            <a:lvl6pPr>
              <a:defRPr sz="2025" b="0">
                <a:solidFill>
                  <a:srgbClr val="173643"/>
                </a:solidFill>
                <a:latin typeface="Apple SD Gothic Neo"/>
                <a:ea typeface="Apple SD Gothic Neo"/>
                <a:cs typeface="Apple SD Gothic Neo"/>
              </a:defRPr>
            </a:lvl6pPr>
            <a:lvl7pPr>
              <a:defRPr sz="2025" b="0">
                <a:solidFill>
                  <a:srgbClr val="173643"/>
                </a:solidFill>
                <a:latin typeface="Apple SD Gothic Neo"/>
                <a:ea typeface="Apple SD Gothic Neo"/>
                <a:cs typeface="Apple SD Gothic Neo"/>
              </a:defRPr>
            </a:lvl7pPr>
            <a:lvl8pPr>
              <a:defRPr sz="2025" b="0">
                <a:solidFill>
                  <a:srgbClr val="173643"/>
                </a:solidFill>
                <a:latin typeface="Apple SD Gothic Neo"/>
                <a:ea typeface="Apple SD Gothic Neo"/>
                <a:cs typeface="Apple SD Gothic Neo"/>
              </a:defRPr>
            </a:lvl8pPr>
            <a:lvl9pPr>
              <a:defRPr sz="2025" b="0">
                <a:solidFill>
                  <a:srgbClr val="173643"/>
                </a:solidFill>
                <a:latin typeface="Apple SD Gothic Neo"/>
                <a:ea typeface="Apple SD Gothic Neo"/>
                <a:cs typeface="Apple SD Gothic Neo"/>
              </a:defRPr>
            </a:lvl9pPr>
          </a:lstStyle>
          <a:p xmlns:a="http://schemas.openxmlformats.org/drawingml/2006/main">
            <a:pPr>
              <a:defRPr sz="2025" b="0">
                <a:solidFill>
                  <a:srgbClr val="173643"/>
                </a:solidFill>
                <a:latin typeface="Apple SD Gothic Neo"/>
                <a:ea typeface="Apple SD Gothic Neo"/>
                <a:cs typeface="Apple SD Gothic Neo"/>
              </a:defRPr>
            </a:pPr>
            <a:r>
              <a:rPr sz="2025" b="0">
                <a:solidFill>
                  <a:srgbClr val="173643"/>
                </a:solidFill>
                <a:latin typeface="Apple SD Gothic Neo"/>
                <a:ea typeface="Apple SD Gothic Neo"/>
                <a:cs typeface="Apple SD Gothic Neo"/>
              </a:rPr>
              <a:t>후보 Recall84.4%·정상 오판률6.3%. 시연 목표 미달·추가 실험 필요</a:t>
            </a:r>
          </a:p>
        </p:txBody>
      </p:sp>
    </p:spTree>
    <p:extLst>
      <p:ext uri="{BB962C8B-B14F-4D97-AF65-F5344CB8AC3E}">
        <p14:creationId xmlns:p14="http://schemas.microsoft.com/office/powerpoint/2010/main" val="282489684"/>
      </p:ext>
    </p:extLst>
  </p:cSld>
</p:sld>
</file>

<file path=ppt/slides/slide8.xml><?xml version="1.0" encoding="utf-8"?>
<p:sld xmlns:p="http://schemas.openxmlformats.org/presentationml/2006/main">
  <p:cSld>
    <p:bg>
      <p:bgPr>
        <a:solidFill xmlns:a="http://schemas.openxmlformats.org/drawingml/2006/main">
          <a:srgbClr val="F7F9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6199108-C3EB-4832-BB11-CB758FC44CD8}"/>
              </a:ext>
            </a:extLst>
          </p:cNvPr>
          <p:cNvSpPr>
            <a:spLocks xmlns:a="http://schemas.openxmlformats.org/drawingml/2006/main" noGrp="1"/>
          </p:cNvSpPr>
          <p:nvPr/>
        </p:nvSpPr>
        <p:spPr>
          <a:xfrm xmlns:a="http://schemas.openxmlformats.org/drawingml/2006/main">
            <a:off x="609600" y="228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75" b="1">
                <a:solidFill>
                  <a:srgbClr val="13747A"/>
                </a:solidFill>
                <a:latin typeface="Apple SD Gothic Neo"/>
                <a:ea typeface="Apple SD Gothic Neo"/>
                <a:cs typeface="Apple SD Gothic Neo"/>
              </a:defRPr>
            </a:defPPr>
            <a:lvl1pPr>
              <a:defRPr sz="1275" b="1">
                <a:solidFill>
                  <a:srgbClr val="13747A"/>
                </a:solidFill>
                <a:latin typeface="Apple SD Gothic Neo"/>
                <a:ea typeface="Apple SD Gothic Neo"/>
                <a:cs typeface="Apple SD Gothic Neo"/>
              </a:defRPr>
            </a:lvl1pPr>
            <a:lvl2pPr>
              <a:defRPr sz="1275" b="1">
                <a:solidFill>
                  <a:srgbClr val="13747A"/>
                </a:solidFill>
                <a:latin typeface="Apple SD Gothic Neo"/>
                <a:ea typeface="Apple SD Gothic Neo"/>
                <a:cs typeface="Apple SD Gothic Neo"/>
              </a:defRPr>
            </a:lvl2pPr>
            <a:lvl3pPr>
              <a:defRPr sz="1275" b="1">
                <a:solidFill>
                  <a:srgbClr val="13747A"/>
                </a:solidFill>
                <a:latin typeface="Apple SD Gothic Neo"/>
                <a:ea typeface="Apple SD Gothic Neo"/>
                <a:cs typeface="Apple SD Gothic Neo"/>
              </a:defRPr>
            </a:lvl3pPr>
            <a:lvl4pPr>
              <a:defRPr sz="1275" b="1">
                <a:solidFill>
                  <a:srgbClr val="13747A"/>
                </a:solidFill>
                <a:latin typeface="Apple SD Gothic Neo"/>
                <a:ea typeface="Apple SD Gothic Neo"/>
                <a:cs typeface="Apple SD Gothic Neo"/>
              </a:defRPr>
            </a:lvl4pPr>
            <a:lvl5pPr>
              <a:defRPr sz="1275" b="1">
                <a:solidFill>
                  <a:srgbClr val="13747A"/>
                </a:solidFill>
                <a:latin typeface="Apple SD Gothic Neo"/>
                <a:ea typeface="Apple SD Gothic Neo"/>
                <a:cs typeface="Apple SD Gothic Neo"/>
              </a:defRPr>
            </a:lvl5pPr>
            <a:lvl6pPr>
              <a:defRPr sz="1275" b="1">
                <a:solidFill>
                  <a:srgbClr val="13747A"/>
                </a:solidFill>
                <a:latin typeface="Apple SD Gothic Neo"/>
                <a:ea typeface="Apple SD Gothic Neo"/>
                <a:cs typeface="Apple SD Gothic Neo"/>
              </a:defRPr>
            </a:lvl6pPr>
            <a:lvl7pPr>
              <a:defRPr sz="1275" b="1">
                <a:solidFill>
                  <a:srgbClr val="13747A"/>
                </a:solidFill>
                <a:latin typeface="Apple SD Gothic Neo"/>
                <a:ea typeface="Apple SD Gothic Neo"/>
                <a:cs typeface="Apple SD Gothic Neo"/>
              </a:defRPr>
            </a:lvl7pPr>
            <a:lvl8pPr>
              <a:defRPr sz="1275" b="1">
                <a:solidFill>
                  <a:srgbClr val="13747A"/>
                </a:solidFill>
                <a:latin typeface="Apple SD Gothic Neo"/>
                <a:ea typeface="Apple SD Gothic Neo"/>
                <a:cs typeface="Apple SD Gothic Neo"/>
              </a:defRPr>
            </a:lvl8pPr>
            <a:lvl9pPr>
              <a:defRPr sz="1275" b="1">
                <a:solidFill>
                  <a:srgbClr val="13747A"/>
                </a:solidFill>
                <a:latin typeface="Apple SD Gothic Neo"/>
                <a:ea typeface="Apple SD Gothic Neo"/>
                <a:cs typeface="Apple SD Gothic Neo"/>
              </a:defRPr>
            </a:lvl9pPr>
          </a:lstStyle>
          <a:p xmlns:a="http://schemas.openxmlformats.org/drawingml/2006/main">
            <a:pPr>
              <a:defRPr sz="1275" b="1">
                <a:solidFill>
                  <a:srgbClr val="13747A"/>
                </a:solidFill>
                <a:latin typeface="Apple SD Gothic Neo"/>
                <a:ea typeface="Apple SD Gothic Neo"/>
                <a:cs typeface="Apple SD Gothic Neo"/>
              </a:defRPr>
            </a:pPr>
            <a:r>
              <a:rPr sz="1275" b="1">
                <a:solidFill>
                  <a:srgbClr val="13747A"/>
                </a:solidFill>
                <a:latin typeface="Apple SD Gothic Neo"/>
                <a:ea typeface="Apple SD Gothic Neo"/>
                <a:cs typeface="Apple SD Gothic Neo"/>
              </a:rPr>
              <a:t>추가 상황 · 같은 제품에 새 정답 데이터가 들어왔습니다</a:t>
            </a:r>
          </a:p>
        </p:txBody>
      </p:sp>
      <p:sp>
        <p:nvSpPr>
          <p:cNvPr id="2" name="">
            <a:extLst xmlns:a="http://schemas.openxmlformats.org/drawingml/2006/main">
              <a:ext uri="{FF2B5EF4-FFF2-40B4-BE49-F238E27FC236}">
                <a16:creationId xmlns:a16="http://schemas.microsoft.com/office/drawing/2014/main" id="{D76336A3-3926-4155-AA1B-A64C9496519A}"/>
              </a:ext>
            </a:extLst>
          </p:cNvPr>
          <p:cNvSpPr>
            <a:spLocks xmlns:a="http://schemas.openxmlformats.org/drawingml/2006/main" noGrp="1"/>
          </p:cNvSpPr>
          <p:nvPr/>
        </p:nvSpPr>
        <p:spPr>
          <a:xfrm xmlns:a="http://schemas.openxmlformats.org/drawingml/2006/main">
            <a:off x="609600" y="6858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3150" b="1">
                <a:solidFill>
                  <a:srgbClr val="173643"/>
                </a:solidFill>
                <a:latin typeface="Apple SD Gothic Neo"/>
                <a:ea typeface="Apple SD Gothic Neo"/>
                <a:cs typeface="Apple SD Gothic Neo"/>
              </a:defRPr>
            </a:defPPr>
            <a:lvl1pPr>
              <a:defRPr sz="3150" b="1">
                <a:solidFill>
                  <a:srgbClr val="173643"/>
                </a:solidFill>
                <a:latin typeface="Apple SD Gothic Neo"/>
                <a:ea typeface="Apple SD Gothic Neo"/>
                <a:cs typeface="Apple SD Gothic Neo"/>
              </a:defRPr>
            </a:lvl1pPr>
            <a:lvl2pPr>
              <a:defRPr sz="3150" b="1">
                <a:solidFill>
                  <a:srgbClr val="173643"/>
                </a:solidFill>
                <a:latin typeface="Apple SD Gothic Neo"/>
                <a:ea typeface="Apple SD Gothic Neo"/>
                <a:cs typeface="Apple SD Gothic Neo"/>
              </a:defRPr>
            </a:lvl2pPr>
            <a:lvl3pPr>
              <a:defRPr sz="3150" b="1">
                <a:solidFill>
                  <a:srgbClr val="173643"/>
                </a:solidFill>
                <a:latin typeface="Apple SD Gothic Neo"/>
                <a:ea typeface="Apple SD Gothic Neo"/>
                <a:cs typeface="Apple SD Gothic Neo"/>
              </a:defRPr>
            </a:lvl3pPr>
            <a:lvl4pPr>
              <a:defRPr sz="3150" b="1">
                <a:solidFill>
                  <a:srgbClr val="173643"/>
                </a:solidFill>
                <a:latin typeface="Apple SD Gothic Neo"/>
                <a:ea typeface="Apple SD Gothic Neo"/>
                <a:cs typeface="Apple SD Gothic Neo"/>
              </a:defRPr>
            </a:lvl4pPr>
            <a:lvl5pPr>
              <a:defRPr sz="3150" b="1">
                <a:solidFill>
                  <a:srgbClr val="173643"/>
                </a:solidFill>
                <a:latin typeface="Apple SD Gothic Neo"/>
                <a:ea typeface="Apple SD Gothic Neo"/>
                <a:cs typeface="Apple SD Gothic Neo"/>
              </a:defRPr>
            </a:lvl5pPr>
            <a:lvl6pPr>
              <a:defRPr sz="3150" b="1">
                <a:solidFill>
                  <a:srgbClr val="173643"/>
                </a:solidFill>
                <a:latin typeface="Apple SD Gothic Neo"/>
                <a:ea typeface="Apple SD Gothic Neo"/>
                <a:cs typeface="Apple SD Gothic Neo"/>
              </a:defRPr>
            </a:lvl6pPr>
            <a:lvl7pPr>
              <a:defRPr sz="3150" b="1">
                <a:solidFill>
                  <a:srgbClr val="173643"/>
                </a:solidFill>
                <a:latin typeface="Apple SD Gothic Neo"/>
                <a:ea typeface="Apple SD Gothic Neo"/>
                <a:cs typeface="Apple SD Gothic Neo"/>
              </a:defRPr>
            </a:lvl7pPr>
            <a:lvl8pPr>
              <a:defRPr sz="3150" b="1">
                <a:solidFill>
                  <a:srgbClr val="173643"/>
                </a:solidFill>
                <a:latin typeface="Apple SD Gothic Neo"/>
                <a:ea typeface="Apple SD Gothic Neo"/>
                <a:cs typeface="Apple SD Gothic Neo"/>
              </a:defRPr>
            </a:lvl8pPr>
            <a:lvl9pPr>
              <a:defRPr sz="3150" b="1">
                <a:solidFill>
                  <a:srgbClr val="173643"/>
                </a:solidFill>
                <a:latin typeface="Apple SD Gothic Neo"/>
                <a:ea typeface="Apple SD Gothic Neo"/>
                <a:cs typeface="Apple SD Gothic Neo"/>
              </a:defRPr>
            </a:lvl9pPr>
          </a:lstStyle>
          <a:p xmlns:a="http://schemas.openxmlformats.org/drawingml/2006/main">
            <a:pPr>
              <a:defRPr sz="3150" b="1">
                <a:solidFill>
                  <a:srgbClr val="173643"/>
                </a:solidFill>
                <a:latin typeface="Apple SD Gothic Neo"/>
                <a:ea typeface="Apple SD Gothic Neo"/>
                <a:cs typeface="Apple SD Gothic Neo"/>
              </a:defRPr>
            </a:pPr>
            <a:r>
              <a:rPr sz="3150" b="1">
                <a:solidFill>
                  <a:srgbClr val="173643"/>
                </a:solidFill>
                <a:latin typeface="Apple SD Gothic Neo"/>
                <a:ea typeface="Apple SD Gothic Neo"/>
                <a:cs typeface="Apple SD Gothic Neo"/>
              </a:rPr>
              <a:t>점검 후, 승인받아 같은 알고리즘을 재학습합니다</a:t>
            </a:r>
          </a:p>
        </p:txBody>
      </p:sp>
      <p:sp>
        <p:nvSpPr>
          <p:cNvPr id="3" name="">
            <a:extLst xmlns:a="http://schemas.openxmlformats.org/drawingml/2006/main">
              <a:ext uri="{FF2B5EF4-FFF2-40B4-BE49-F238E27FC236}">
                <a16:creationId xmlns:a16="http://schemas.microsoft.com/office/drawing/2014/main" id="{E5D4C5F7-ED91-4766-85FC-83F29DCD9474}"/>
              </a:ext>
            </a:extLst>
          </p:cNvPr>
          <p:cNvSpPr>
            <a:spLocks xmlns:a="http://schemas.openxmlformats.org/drawingml/2006/main" noGrp="1"/>
          </p:cNvSpPr>
          <p:nvPr/>
        </p:nvSpPr>
        <p:spPr>
          <a:xfrm xmlns:a="http://schemas.openxmlformats.org/drawingml/2006/main">
            <a:off x="609600" y="6467475"/>
            <a:ext cx="9048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G045 김용찬 · SK AI Leader Academy</a:t>
            </a:r>
          </a:p>
        </p:txBody>
      </p:sp>
      <p:sp>
        <p:nvSpPr>
          <p:cNvPr id="4" name="">
            <a:extLst xmlns:a="http://schemas.openxmlformats.org/drawingml/2006/main">
              <a:ext uri="{FF2B5EF4-FFF2-40B4-BE49-F238E27FC236}">
                <a16:creationId xmlns:a16="http://schemas.microsoft.com/office/drawing/2014/main" id="{157599AA-2DB2-4889-B909-33C961AF220D}"/>
              </a:ext>
            </a:extLst>
          </p:cNvPr>
          <p:cNvSpPr>
            <a:spLocks xmlns:a="http://schemas.openxmlformats.org/drawingml/2006/main" noGrp="1"/>
          </p:cNvSpPr>
          <p:nvPr/>
        </p:nvSpPr>
        <p:spPr>
          <a:xfrm xmlns:a="http://schemas.openxmlformats.org/drawingml/2006/main">
            <a:off x="10287000" y="6467475"/>
            <a:ext cx="1333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8 / 15</a:t>
            </a:r>
          </a:p>
        </p:txBody>
      </p:sp>
      <p:pic>
        <p:nvPicPr>
          <p:cNvPr id="5" name="">
            <a:extLst xmlns:a="http://schemas.openxmlformats.org/drawingml/2006/main">
              <a:ext uri="{FF2B5EF4-FFF2-40B4-BE49-F238E27FC236}">
                <a16:creationId xmlns:a16="http://schemas.microsoft.com/office/drawing/2014/main" id="{6BF152E6-436B-4062-A57B-473C016E2F93}"/>
              </a:ext>
            </a:extLst>
          </p:cNvPr>
          <p:cNvPicPr>
            <a:picLocks xmlns:a="http://schemas.openxmlformats.org/drawingml/2006/main" noChangeAspect="1"/>
          </p:cNvPicPr>
          <p:nvPr/>
        </p:nvPicPr>
        <p:blipFill>
          <a:blip xmlns:r="http://schemas.openxmlformats.org/officeDocument/2006/relationships" xmlns:a="http://schemas.openxmlformats.org/drawingml/2006/main" r:embed="R5359db8f00164c63"/>
          <a:srcRect xmlns:a="http://schemas.openxmlformats.org/drawingml/2006/main" l="11000" t="3500" r="12000" b="36000"/>
          <a:stretch xmlns:a="http://schemas.openxmlformats.org/drawingml/2006/main"/>
        </p:blipFill>
        <p:spPr>
          <a:xfrm xmlns:a="http://schemas.openxmlformats.org/drawingml/2006/main">
            <a:off x="609600" y="1695450"/>
            <a:ext cx="10972800" cy="37147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9FB83E97-947A-4EB8-96D8-3C08A21FAF1F}"/>
              </a:ext>
            </a:extLst>
          </p:cNvPr>
          <p:cNvSpPr>
            <a:spLocks xmlns:a="http://schemas.openxmlformats.org/drawingml/2006/main" noGrp="1"/>
          </p:cNvSpPr>
          <p:nvPr/>
        </p:nvSpPr>
        <p:spPr>
          <a:xfrm xmlns:a="http://schemas.openxmlformats.org/drawingml/2006/main">
            <a:off x="609600" y="55149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875" b="0">
                <a:solidFill>
                  <a:srgbClr val="173643"/>
                </a:solidFill>
                <a:latin typeface="Apple SD Gothic Neo"/>
                <a:ea typeface="Apple SD Gothic Neo"/>
                <a:cs typeface="Apple SD Gothic Neo"/>
              </a:defRPr>
            </a:defPPr>
            <a:lvl1pPr>
              <a:defRPr sz="1875" b="0">
                <a:solidFill>
                  <a:srgbClr val="173643"/>
                </a:solidFill>
                <a:latin typeface="Apple SD Gothic Neo"/>
                <a:ea typeface="Apple SD Gothic Neo"/>
                <a:cs typeface="Apple SD Gothic Neo"/>
              </a:defRPr>
            </a:lvl1pPr>
            <a:lvl2pPr>
              <a:defRPr sz="1875" b="0">
                <a:solidFill>
                  <a:srgbClr val="173643"/>
                </a:solidFill>
                <a:latin typeface="Apple SD Gothic Neo"/>
                <a:ea typeface="Apple SD Gothic Neo"/>
                <a:cs typeface="Apple SD Gothic Neo"/>
              </a:defRPr>
            </a:lvl2pPr>
            <a:lvl3pPr>
              <a:defRPr sz="1875" b="0">
                <a:solidFill>
                  <a:srgbClr val="173643"/>
                </a:solidFill>
                <a:latin typeface="Apple SD Gothic Neo"/>
                <a:ea typeface="Apple SD Gothic Neo"/>
                <a:cs typeface="Apple SD Gothic Neo"/>
              </a:defRPr>
            </a:lvl3pPr>
            <a:lvl4pPr>
              <a:defRPr sz="1875" b="0">
                <a:solidFill>
                  <a:srgbClr val="173643"/>
                </a:solidFill>
                <a:latin typeface="Apple SD Gothic Neo"/>
                <a:ea typeface="Apple SD Gothic Neo"/>
                <a:cs typeface="Apple SD Gothic Neo"/>
              </a:defRPr>
            </a:lvl4pPr>
            <a:lvl5pPr>
              <a:defRPr sz="1875" b="0">
                <a:solidFill>
                  <a:srgbClr val="173643"/>
                </a:solidFill>
                <a:latin typeface="Apple SD Gothic Neo"/>
                <a:ea typeface="Apple SD Gothic Neo"/>
                <a:cs typeface="Apple SD Gothic Neo"/>
              </a:defRPr>
            </a:lvl5pPr>
            <a:lvl6pPr>
              <a:defRPr sz="1875" b="0">
                <a:solidFill>
                  <a:srgbClr val="173643"/>
                </a:solidFill>
                <a:latin typeface="Apple SD Gothic Neo"/>
                <a:ea typeface="Apple SD Gothic Neo"/>
                <a:cs typeface="Apple SD Gothic Neo"/>
              </a:defRPr>
            </a:lvl6pPr>
            <a:lvl7pPr>
              <a:defRPr sz="1875" b="0">
                <a:solidFill>
                  <a:srgbClr val="173643"/>
                </a:solidFill>
                <a:latin typeface="Apple SD Gothic Neo"/>
                <a:ea typeface="Apple SD Gothic Neo"/>
                <a:cs typeface="Apple SD Gothic Neo"/>
              </a:defRPr>
            </a:lvl7pPr>
            <a:lvl8pPr>
              <a:defRPr sz="1875" b="0">
                <a:solidFill>
                  <a:srgbClr val="173643"/>
                </a:solidFill>
                <a:latin typeface="Apple SD Gothic Neo"/>
                <a:ea typeface="Apple SD Gothic Neo"/>
                <a:cs typeface="Apple SD Gothic Neo"/>
              </a:defRPr>
            </a:lvl8pPr>
            <a:lvl9pPr>
              <a:defRPr sz="1875" b="0">
                <a:solidFill>
                  <a:srgbClr val="173643"/>
                </a:solidFill>
                <a:latin typeface="Apple SD Gothic Neo"/>
                <a:ea typeface="Apple SD Gothic Neo"/>
                <a:cs typeface="Apple SD Gothic Neo"/>
              </a:defRPr>
            </a:lvl9pPr>
          </a:lstStyle>
          <a:p xmlns:a="http://schemas.openxmlformats.org/drawingml/2006/main">
            <a:pPr>
              <a:defRPr sz="1875" b="0">
                <a:solidFill>
                  <a:srgbClr val="173643"/>
                </a:solidFill>
                <a:latin typeface="Apple SD Gothic Neo"/>
                <a:ea typeface="Apple SD Gothic Neo"/>
                <a:cs typeface="Apple SD Gothic Neo"/>
              </a:defRPr>
            </a:pPr>
            <a:r>
              <a:rPr sz="1875" b="0">
                <a:solidFill>
                  <a:srgbClr val="173643"/>
                </a:solidFill>
                <a:latin typeface="Apple SD Gothic Neo"/>
                <a:ea typeface="Apple SD Gothic Neo"/>
                <a:cs typeface="Apple SD Gothic Neo"/>
              </a:rPr>
              <a:t>새 합성 배치의 같은 Test: 불량 발견 43/167개에서 153/167개</a:t>
            </a:r>
          </a:p>
        </p:txBody>
      </p:sp>
      <p:sp>
        <p:nvSpPr>
          <p:cNvPr id="7" name="">
            <a:extLst xmlns:a="http://schemas.openxmlformats.org/drawingml/2006/main">
              <a:ext uri="{FF2B5EF4-FFF2-40B4-BE49-F238E27FC236}">
                <a16:creationId xmlns:a16="http://schemas.microsoft.com/office/drawing/2014/main" id="{D1A51014-11FE-47B8-8A41-1153323BCEF1}"/>
              </a:ext>
            </a:extLst>
          </p:cNvPr>
          <p:cNvSpPr>
            <a:spLocks xmlns:a="http://schemas.openxmlformats.org/drawingml/2006/main" noGrp="1"/>
          </p:cNvSpPr>
          <p:nvPr/>
        </p:nvSpPr>
        <p:spPr>
          <a:xfrm xmlns:a="http://schemas.openxmlformats.org/drawingml/2006/main">
            <a:off x="609600" y="58769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875" b="0">
                <a:solidFill>
                  <a:srgbClr val="173643"/>
                </a:solidFill>
                <a:latin typeface="Apple SD Gothic Neo"/>
                <a:ea typeface="Apple SD Gothic Neo"/>
                <a:cs typeface="Apple SD Gothic Neo"/>
              </a:defRPr>
            </a:defPPr>
            <a:lvl1pPr>
              <a:defRPr sz="1875" b="0">
                <a:solidFill>
                  <a:srgbClr val="173643"/>
                </a:solidFill>
                <a:latin typeface="Apple SD Gothic Neo"/>
                <a:ea typeface="Apple SD Gothic Neo"/>
                <a:cs typeface="Apple SD Gothic Neo"/>
              </a:defRPr>
            </a:lvl1pPr>
            <a:lvl2pPr>
              <a:defRPr sz="1875" b="0">
                <a:solidFill>
                  <a:srgbClr val="173643"/>
                </a:solidFill>
                <a:latin typeface="Apple SD Gothic Neo"/>
                <a:ea typeface="Apple SD Gothic Neo"/>
                <a:cs typeface="Apple SD Gothic Neo"/>
              </a:defRPr>
            </a:lvl2pPr>
            <a:lvl3pPr>
              <a:defRPr sz="1875" b="0">
                <a:solidFill>
                  <a:srgbClr val="173643"/>
                </a:solidFill>
                <a:latin typeface="Apple SD Gothic Neo"/>
                <a:ea typeface="Apple SD Gothic Neo"/>
                <a:cs typeface="Apple SD Gothic Neo"/>
              </a:defRPr>
            </a:lvl3pPr>
            <a:lvl4pPr>
              <a:defRPr sz="1875" b="0">
                <a:solidFill>
                  <a:srgbClr val="173643"/>
                </a:solidFill>
                <a:latin typeface="Apple SD Gothic Neo"/>
                <a:ea typeface="Apple SD Gothic Neo"/>
                <a:cs typeface="Apple SD Gothic Neo"/>
              </a:defRPr>
            </a:lvl4pPr>
            <a:lvl5pPr>
              <a:defRPr sz="1875" b="0">
                <a:solidFill>
                  <a:srgbClr val="173643"/>
                </a:solidFill>
                <a:latin typeface="Apple SD Gothic Neo"/>
                <a:ea typeface="Apple SD Gothic Neo"/>
                <a:cs typeface="Apple SD Gothic Neo"/>
              </a:defRPr>
            </a:lvl5pPr>
            <a:lvl6pPr>
              <a:defRPr sz="1875" b="0">
                <a:solidFill>
                  <a:srgbClr val="173643"/>
                </a:solidFill>
                <a:latin typeface="Apple SD Gothic Neo"/>
                <a:ea typeface="Apple SD Gothic Neo"/>
                <a:cs typeface="Apple SD Gothic Neo"/>
              </a:defRPr>
            </a:lvl6pPr>
            <a:lvl7pPr>
              <a:defRPr sz="1875" b="0">
                <a:solidFill>
                  <a:srgbClr val="173643"/>
                </a:solidFill>
                <a:latin typeface="Apple SD Gothic Neo"/>
                <a:ea typeface="Apple SD Gothic Neo"/>
                <a:cs typeface="Apple SD Gothic Neo"/>
              </a:defRPr>
            </a:lvl7pPr>
            <a:lvl8pPr>
              <a:defRPr sz="1875" b="0">
                <a:solidFill>
                  <a:srgbClr val="173643"/>
                </a:solidFill>
                <a:latin typeface="Apple SD Gothic Neo"/>
                <a:ea typeface="Apple SD Gothic Neo"/>
                <a:cs typeface="Apple SD Gothic Neo"/>
              </a:defRPr>
            </a:lvl8pPr>
            <a:lvl9pPr>
              <a:defRPr sz="1875" b="0">
                <a:solidFill>
                  <a:srgbClr val="173643"/>
                </a:solidFill>
                <a:latin typeface="Apple SD Gothic Neo"/>
                <a:ea typeface="Apple SD Gothic Neo"/>
                <a:cs typeface="Apple SD Gothic Neo"/>
              </a:defRPr>
            </a:lvl9pPr>
          </a:lstStyle>
          <a:p xmlns:a="http://schemas.openxmlformats.org/drawingml/2006/main">
            <a:pPr>
              <a:defRPr sz="1875" b="0">
                <a:solidFill>
                  <a:srgbClr val="173643"/>
                </a:solidFill>
                <a:latin typeface="Apple SD Gothic Neo"/>
                <a:ea typeface="Apple SD Gothic Neo"/>
                <a:cs typeface="Apple SD Gothic Neo"/>
              </a:defRPr>
            </a:pPr>
            <a:r>
              <a:rPr sz="1875" b="0">
                <a:solidFill>
                  <a:srgbClr val="173643"/>
                </a:solidFill>
                <a:latin typeface="Apple SD Gothic Neo"/>
                <a:ea typeface="Apple SD Gothic Neo"/>
                <a:cs typeface="Apple SD Gothic Neo"/>
              </a:rPr>
              <a:t>정상 오판 96개에서 79개. Recall·정상 오판 시연 목표 충족. 회사 적용은 별도 검증</a:t>
            </a:r>
          </a:p>
        </p:txBody>
      </p:sp>
    </p:spTree>
    <p:extLst>
      <p:ext uri="{BB962C8B-B14F-4D97-AF65-F5344CB8AC3E}">
        <p14:creationId xmlns:p14="http://schemas.microsoft.com/office/powerpoint/2010/main" val="1186936846"/>
      </p:ext>
    </p:extLst>
  </p:cSld>
</p:sld>
</file>

<file path=ppt/slides/slide9.xml><?xml version="1.0" encoding="utf-8"?>
<p:sld xmlns:p="http://schemas.openxmlformats.org/presentationml/2006/main">
  <p:cSld>
    <p:bg>
      <p:bgPr>
        <a:solidFill xmlns:a="http://schemas.openxmlformats.org/drawingml/2006/main">
          <a:srgbClr val="F7F9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0040DC4-ED2E-4684-8793-EDA08D16D79C}"/>
              </a:ext>
            </a:extLst>
          </p:cNvPr>
          <p:cNvSpPr>
            <a:spLocks xmlns:a="http://schemas.openxmlformats.org/drawingml/2006/main" noGrp="1"/>
          </p:cNvSpPr>
          <p:nvPr/>
        </p:nvSpPr>
        <p:spPr>
          <a:xfrm xmlns:a="http://schemas.openxmlformats.org/drawingml/2006/main">
            <a:off x="609600" y="228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75" b="1">
                <a:solidFill>
                  <a:srgbClr val="13747A"/>
                </a:solidFill>
                <a:latin typeface="Apple SD Gothic Neo"/>
                <a:ea typeface="Apple SD Gothic Neo"/>
                <a:cs typeface="Apple SD Gothic Neo"/>
              </a:defRPr>
            </a:defPPr>
            <a:lvl1pPr>
              <a:defRPr sz="1275" b="1">
                <a:solidFill>
                  <a:srgbClr val="13747A"/>
                </a:solidFill>
                <a:latin typeface="Apple SD Gothic Neo"/>
                <a:ea typeface="Apple SD Gothic Neo"/>
                <a:cs typeface="Apple SD Gothic Neo"/>
              </a:defRPr>
            </a:lvl1pPr>
            <a:lvl2pPr>
              <a:defRPr sz="1275" b="1">
                <a:solidFill>
                  <a:srgbClr val="13747A"/>
                </a:solidFill>
                <a:latin typeface="Apple SD Gothic Neo"/>
                <a:ea typeface="Apple SD Gothic Neo"/>
                <a:cs typeface="Apple SD Gothic Neo"/>
              </a:defRPr>
            </a:lvl2pPr>
            <a:lvl3pPr>
              <a:defRPr sz="1275" b="1">
                <a:solidFill>
                  <a:srgbClr val="13747A"/>
                </a:solidFill>
                <a:latin typeface="Apple SD Gothic Neo"/>
                <a:ea typeface="Apple SD Gothic Neo"/>
                <a:cs typeface="Apple SD Gothic Neo"/>
              </a:defRPr>
            </a:lvl3pPr>
            <a:lvl4pPr>
              <a:defRPr sz="1275" b="1">
                <a:solidFill>
                  <a:srgbClr val="13747A"/>
                </a:solidFill>
                <a:latin typeface="Apple SD Gothic Neo"/>
                <a:ea typeface="Apple SD Gothic Neo"/>
                <a:cs typeface="Apple SD Gothic Neo"/>
              </a:defRPr>
            </a:lvl4pPr>
            <a:lvl5pPr>
              <a:defRPr sz="1275" b="1">
                <a:solidFill>
                  <a:srgbClr val="13747A"/>
                </a:solidFill>
                <a:latin typeface="Apple SD Gothic Neo"/>
                <a:ea typeface="Apple SD Gothic Neo"/>
                <a:cs typeface="Apple SD Gothic Neo"/>
              </a:defRPr>
            </a:lvl5pPr>
            <a:lvl6pPr>
              <a:defRPr sz="1275" b="1">
                <a:solidFill>
                  <a:srgbClr val="13747A"/>
                </a:solidFill>
                <a:latin typeface="Apple SD Gothic Neo"/>
                <a:ea typeface="Apple SD Gothic Neo"/>
                <a:cs typeface="Apple SD Gothic Neo"/>
              </a:defRPr>
            </a:lvl6pPr>
            <a:lvl7pPr>
              <a:defRPr sz="1275" b="1">
                <a:solidFill>
                  <a:srgbClr val="13747A"/>
                </a:solidFill>
                <a:latin typeface="Apple SD Gothic Neo"/>
                <a:ea typeface="Apple SD Gothic Neo"/>
                <a:cs typeface="Apple SD Gothic Neo"/>
              </a:defRPr>
            </a:lvl7pPr>
            <a:lvl8pPr>
              <a:defRPr sz="1275" b="1">
                <a:solidFill>
                  <a:srgbClr val="13747A"/>
                </a:solidFill>
                <a:latin typeface="Apple SD Gothic Neo"/>
                <a:ea typeface="Apple SD Gothic Neo"/>
                <a:cs typeface="Apple SD Gothic Neo"/>
              </a:defRPr>
            </a:lvl8pPr>
            <a:lvl9pPr>
              <a:defRPr sz="1275" b="1">
                <a:solidFill>
                  <a:srgbClr val="13747A"/>
                </a:solidFill>
                <a:latin typeface="Apple SD Gothic Neo"/>
                <a:ea typeface="Apple SD Gothic Neo"/>
                <a:cs typeface="Apple SD Gothic Neo"/>
              </a:defRPr>
            </a:lvl9pPr>
          </a:lstStyle>
          <a:p xmlns:a="http://schemas.openxmlformats.org/drawingml/2006/main">
            <a:pPr>
              <a:defRPr sz="1275" b="1">
                <a:solidFill>
                  <a:srgbClr val="13747A"/>
                </a:solidFill>
                <a:latin typeface="Apple SD Gothic Neo"/>
                <a:ea typeface="Apple SD Gothic Neo"/>
                <a:cs typeface="Apple SD Gothic Neo"/>
              </a:defRPr>
            </a:pPr>
            <a:r>
              <a:rPr sz="1275" b="1">
                <a:solidFill>
                  <a:srgbClr val="13747A"/>
                </a:solidFill>
                <a:latin typeface="Apple SD Gothic Neo"/>
                <a:ea typeface="Apple SD Gothic Neo"/>
                <a:cs typeface="Apple SD Gothic Neo"/>
              </a:rPr>
              <a:t>추가 기능 · 제품 데이터를 합칠지 나눌지 비교합니다</a:t>
            </a:r>
          </a:p>
        </p:txBody>
      </p:sp>
      <p:sp>
        <p:nvSpPr>
          <p:cNvPr id="2" name="">
            <a:extLst xmlns:a="http://schemas.openxmlformats.org/drawingml/2006/main">
              <a:ext uri="{FF2B5EF4-FFF2-40B4-BE49-F238E27FC236}">
                <a16:creationId xmlns:a16="http://schemas.microsoft.com/office/drawing/2014/main" id="{9568BBB5-FA79-421D-8646-8EE0523E7819}"/>
              </a:ext>
            </a:extLst>
          </p:cNvPr>
          <p:cNvSpPr>
            <a:spLocks xmlns:a="http://schemas.openxmlformats.org/drawingml/2006/main" noGrp="1"/>
          </p:cNvSpPr>
          <p:nvPr/>
        </p:nvSpPr>
        <p:spPr>
          <a:xfrm xmlns:a="http://schemas.openxmlformats.org/drawingml/2006/main">
            <a:off x="609600" y="6858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3150" b="1">
                <a:solidFill>
                  <a:srgbClr val="173643"/>
                </a:solidFill>
                <a:latin typeface="Apple SD Gothic Neo"/>
                <a:ea typeface="Apple SD Gothic Neo"/>
                <a:cs typeface="Apple SD Gothic Neo"/>
              </a:defRPr>
            </a:defPPr>
            <a:lvl1pPr>
              <a:defRPr sz="3150" b="1">
                <a:solidFill>
                  <a:srgbClr val="173643"/>
                </a:solidFill>
                <a:latin typeface="Apple SD Gothic Neo"/>
                <a:ea typeface="Apple SD Gothic Neo"/>
                <a:cs typeface="Apple SD Gothic Neo"/>
              </a:defRPr>
            </a:lvl1pPr>
            <a:lvl2pPr>
              <a:defRPr sz="3150" b="1">
                <a:solidFill>
                  <a:srgbClr val="173643"/>
                </a:solidFill>
                <a:latin typeface="Apple SD Gothic Neo"/>
                <a:ea typeface="Apple SD Gothic Neo"/>
                <a:cs typeface="Apple SD Gothic Neo"/>
              </a:defRPr>
            </a:lvl2pPr>
            <a:lvl3pPr>
              <a:defRPr sz="3150" b="1">
                <a:solidFill>
                  <a:srgbClr val="173643"/>
                </a:solidFill>
                <a:latin typeface="Apple SD Gothic Neo"/>
                <a:ea typeface="Apple SD Gothic Neo"/>
                <a:cs typeface="Apple SD Gothic Neo"/>
              </a:defRPr>
            </a:lvl3pPr>
            <a:lvl4pPr>
              <a:defRPr sz="3150" b="1">
                <a:solidFill>
                  <a:srgbClr val="173643"/>
                </a:solidFill>
                <a:latin typeface="Apple SD Gothic Neo"/>
                <a:ea typeface="Apple SD Gothic Neo"/>
                <a:cs typeface="Apple SD Gothic Neo"/>
              </a:defRPr>
            </a:lvl4pPr>
            <a:lvl5pPr>
              <a:defRPr sz="3150" b="1">
                <a:solidFill>
                  <a:srgbClr val="173643"/>
                </a:solidFill>
                <a:latin typeface="Apple SD Gothic Neo"/>
                <a:ea typeface="Apple SD Gothic Neo"/>
                <a:cs typeface="Apple SD Gothic Neo"/>
              </a:defRPr>
            </a:lvl5pPr>
            <a:lvl6pPr>
              <a:defRPr sz="3150" b="1">
                <a:solidFill>
                  <a:srgbClr val="173643"/>
                </a:solidFill>
                <a:latin typeface="Apple SD Gothic Neo"/>
                <a:ea typeface="Apple SD Gothic Neo"/>
                <a:cs typeface="Apple SD Gothic Neo"/>
              </a:defRPr>
            </a:lvl6pPr>
            <a:lvl7pPr>
              <a:defRPr sz="3150" b="1">
                <a:solidFill>
                  <a:srgbClr val="173643"/>
                </a:solidFill>
                <a:latin typeface="Apple SD Gothic Neo"/>
                <a:ea typeface="Apple SD Gothic Neo"/>
                <a:cs typeface="Apple SD Gothic Neo"/>
              </a:defRPr>
            </a:lvl7pPr>
            <a:lvl8pPr>
              <a:defRPr sz="3150" b="1">
                <a:solidFill>
                  <a:srgbClr val="173643"/>
                </a:solidFill>
                <a:latin typeface="Apple SD Gothic Neo"/>
                <a:ea typeface="Apple SD Gothic Neo"/>
                <a:cs typeface="Apple SD Gothic Neo"/>
              </a:defRPr>
            </a:lvl8pPr>
            <a:lvl9pPr>
              <a:defRPr sz="3150" b="1">
                <a:solidFill>
                  <a:srgbClr val="173643"/>
                </a:solidFill>
                <a:latin typeface="Apple SD Gothic Neo"/>
                <a:ea typeface="Apple SD Gothic Neo"/>
                <a:cs typeface="Apple SD Gothic Neo"/>
              </a:defRPr>
            </a:lvl9pPr>
          </a:lstStyle>
          <a:p xmlns:a="http://schemas.openxmlformats.org/drawingml/2006/main">
            <a:pPr>
              <a:defRPr sz="3150" b="1">
                <a:solidFill>
                  <a:srgbClr val="173643"/>
                </a:solidFill>
                <a:latin typeface="Apple SD Gothic Neo"/>
                <a:ea typeface="Apple SD Gothic Neo"/>
                <a:cs typeface="Apple SD Gothic Neo"/>
              </a:defRPr>
            </a:pPr>
            <a:r>
              <a:rPr sz="3150" b="1">
                <a:solidFill>
                  <a:srgbClr val="173643"/>
                </a:solidFill>
                <a:latin typeface="Apple SD Gothic Neo"/>
                <a:ea typeface="Apple SD Gothic Neo"/>
                <a:cs typeface="Apple SD Gothic Neo"/>
              </a:rPr>
              <a:t>제품별로 합친 학습과 개별 학습을 비교합니다</a:t>
            </a:r>
          </a:p>
        </p:txBody>
      </p:sp>
      <p:sp>
        <p:nvSpPr>
          <p:cNvPr id="3" name="">
            <a:extLst xmlns:a="http://schemas.openxmlformats.org/drawingml/2006/main">
              <a:ext uri="{FF2B5EF4-FFF2-40B4-BE49-F238E27FC236}">
                <a16:creationId xmlns:a16="http://schemas.microsoft.com/office/drawing/2014/main" id="{CEF6B41A-4F1B-4B7E-8096-A7870702AA81}"/>
              </a:ext>
            </a:extLst>
          </p:cNvPr>
          <p:cNvSpPr>
            <a:spLocks xmlns:a="http://schemas.openxmlformats.org/drawingml/2006/main" noGrp="1"/>
          </p:cNvSpPr>
          <p:nvPr/>
        </p:nvSpPr>
        <p:spPr>
          <a:xfrm xmlns:a="http://schemas.openxmlformats.org/drawingml/2006/main">
            <a:off x="609600" y="6467475"/>
            <a:ext cx="9048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G045 김용찬 · SK AI Leader Academy</a:t>
            </a:r>
          </a:p>
        </p:txBody>
      </p:sp>
      <p:sp>
        <p:nvSpPr>
          <p:cNvPr id="4" name="">
            <a:extLst xmlns:a="http://schemas.openxmlformats.org/drawingml/2006/main">
              <a:ext uri="{FF2B5EF4-FFF2-40B4-BE49-F238E27FC236}">
                <a16:creationId xmlns:a16="http://schemas.microsoft.com/office/drawing/2014/main" id="{DFB8827E-7571-4A5C-9D00-B59F0FA59D0E}"/>
              </a:ext>
            </a:extLst>
          </p:cNvPr>
          <p:cNvSpPr>
            <a:spLocks xmlns:a="http://schemas.openxmlformats.org/drawingml/2006/main" noGrp="1"/>
          </p:cNvSpPr>
          <p:nvPr/>
        </p:nvSpPr>
        <p:spPr>
          <a:xfrm xmlns:a="http://schemas.openxmlformats.org/drawingml/2006/main">
            <a:off x="10287000" y="6467475"/>
            <a:ext cx="1333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9 / 15</a:t>
            </a:r>
          </a:p>
        </p:txBody>
      </p:sp>
      <p:pic>
        <p:nvPicPr>
          <p:cNvPr id="5" name="">
            <a:extLst xmlns:a="http://schemas.openxmlformats.org/drawingml/2006/main">
              <a:ext uri="{FF2B5EF4-FFF2-40B4-BE49-F238E27FC236}">
                <a16:creationId xmlns:a16="http://schemas.microsoft.com/office/drawing/2014/main" id="{A2FC6421-903A-4173-B1A6-2BA21F8EDAC1}"/>
              </a:ext>
            </a:extLst>
          </p:cNvPr>
          <p:cNvPicPr>
            <a:picLocks xmlns:a="http://schemas.openxmlformats.org/drawingml/2006/main" noChangeAspect="1"/>
          </p:cNvPicPr>
          <p:nvPr/>
        </p:nvPicPr>
        <p:blipFill>
          <a:blip xmlns:r="http://schemas.openxmlformats.org/officeDocument/2006/relationships" xmlns:a="http://schemas.openxmlformats.org/drawingml/2006/main" r:embed="R487beaef4be347d5"/>
          <a:srcRect xmlns:a="http://schemas.openxmlformats.org/drawingml/2006/main" l="11000" t="3000" r="12000" b="23000"/>
          <a:stretch xmlns:a="http://schemas.openxmlformats.org/drawingml/2006/main"/>
        </p:blipFill>
        <p:spPr>
          <a:xfrm xmlns:a="http://schemas.openxmlformats.org/drawingml/2006/main">
            <a:off x="609600" y="1695450"/>
            <a:ext cx="10972800" cy="37147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F0BADD94-7F7E-410E-8CD4-E5811500E9B9}"/>
              </a:ext>
            </a:extLst>
          </p:cNvPr>
          <p:cNvSpPr>
            <a:spLocks xmlns:a="http://schemas.openxmlformats.org/drawingml/2006/main" noGrp="1"/>
          </p:cNvSpPr>
          <p:nvPr/>
        </p:nvSpPr>
        <p:spPr>
          <a:xfrm xmlns:a="http://schemas.openxmlformats.org/drawingml/2006/main">
            <a:off x="609600" y="55149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875" b="0">
                <a:solidFill>
                  <a:srgbClr val="173643"/>
                </a:solidFill>
                <a:latin typeface="Apple SD Gothic Neo"/>
                <a:ea typeface="Apple SD Gothic Neo"/>
                <a:cs typeface="Apple SD Gothic Neo"/>
              </a:defRPr>
            </a:defPPr>
            <a:lvl1pPr>
              <a:defRPr sz="1875" b="0">
                <a:solidFill>
                  <a:srgbClr val="173643"/>
                </a:solidFill>
                <a:latin typeface="Apple SD Gothic Neo"/>
                <a:ea typeface="Apple SD Gothic Neo"/>
                <a:cs typeface="Apple SD Gothic Neo"/>
              </a:defRPr>
            </a:lvl1pPr>
            <a:lvl2pPr>
              <a:defRPr sz="1875" b="0">
                <a:solidFill>
                  <a:srgbClr val="173643"/>
                </a:solidFill>
                <a:latin typeface="Apple SD Gothic Neo"/>
                <a:ea typeface="Apple SD Gothic Neo"/>
                <a:cs typeface="Apple SD Gothic Neo"/>
              </a:defRPr>
            </a:lvl2pPr>
            <a:lvl3pPr>
              <a:defRPr sz="1875" b="0">
                <a:solidFill>
                  <a:srgbClr val="173643"/>
                </a:solidFill>
                <a:latin typeface="Apple SD Gothic Neo"/>
                <a:ea typeface="Apple SD Gothic Neo"/>
                <a:cs typeface="Apple SD Gothic Neo"/>
              </a:defRPr>
            </a:lvl3pPr>
            <a:lvl4pPr>
              <a:defRPr sz="1875" b="0">
                <a:solidFill>
                  <a:srgbClr val="173643"/>
                </a:solidFill>
                <a:latin typeface="Apple SD Gothic Neo"/>
                <a:ea typeface="Apple SD Gothic Neo"/>
                <a:cs typeface="Apple SD Gothic Neo"/>
              </a:defRPr>
            </a:lvl4pPr>
            <a:lvl5pPr>
              <a:defRPr sz="1875" b="0">
                <a:solidFill>
                  <a:srgbClr val="173643"/>
                </a:solidFill>
                <a:latin typeface="Apple SD Gothic Neo"/>
                <a:ea typeface="Apple SD Gothic Neo"/>
                <a:cs typeface="Apple SD Gothic Neo"/>
              </a:defRPr>
            </a:lvl5pPr>
            <a:lvl6pPr>
              <a:defRPr sz="1875" b="0">
                <a:solidFill>
                  <a:srgbClr val="173643"/>
                </a:solidFill>
                <a:latin typeface="Apple SD Gothic Neo"/>
                <a:ea typeface="Apple SD Gothic Neo"/>
                <a:cs typeface="Apple SD Gothic Neo"/>
              </a:defRPr>
            </a:lvl6pPr>
            <a:lvl7pPr>
              <a:defRPr sz="1875" b="0">
                <a:solidFill>
                  <a:srgbClr val="173643"/>
                </a:solidFill>
                <a:latin typeface="Apple SD Gothic Neo"/>
                <a:ea typeface="Apple SD Gothic Neo"/>
                <a:cs typeface="Apple SD Gothic Neo"/>
              </a:defRPr>
            </a:lvl7pPr>
            <a:lvl8pPr>
              <a:defRPr sz="1875" b="0">
                <a:solidFill>
                  <a:srgbClr val="173643"/>
                </a:solidFill>
                <a:latin typeface="Apple SD Gothic Neo"/>
                <a:ea typeface="Apple SD Gothic Neo"/>
                <a:cs typeface="Apple SD Gothic Neo"/>
              </a:defRPr>
            </a:lvl8pPr>
            <a:lvl9pPr>
              <a:defRPr sz="1875" b="0">
                <a:solidFill>
                  <a:srgbClr val="173643"/>
                </a:solidFill>
                <a:latin typeface="Apple SD Gothic Neo"/>
                <a:ea typeface="Apple SD Gothic Neo"/>
                <a:cs typeface="Apple SD Gothic Neo"/>
              </a:defRPr>
            </a:lvl9pPr>
          </a:lstStyle>
          <a:p xmlns:a="http://schemas.openxmlformats.org/drawingml/2006/main">
            <a:pPr>
              <a:defRPr sz="1875" b="0">
                <a:solidFill>
                  <a:srgbClr val="173643"/>
                </a:solidFill>
                <a:latin typeface="Apple SD Gothic Neo"/>
                <a:ea typeface="Apple SD Gothic Neo"/>
                <a:cs typeface="Apple SD Gothic Neo"/>
              </a:defRPr>
            </a:pPr>
            <a:r>
              <a:rPr sz="1875" b="0">
                <a:solidFill>
                  <a:srgbClr val="173643"/>
                </a:solidFill>
                <a:latin typeface="Apple SD Gothic Neo"/>
                <a:ea typeface="Apple SD Gothic Neo"/>
                <a:cs typeface="Apple SD Gothic Neo"/>
              </a:rPr>
              <a:t>C 제품: 같은 Validation에서 “C만 학습” 후보 선택</a:t>
            </a:r>
          </a:p>
        </p:txBody>
      </p:sp>
      <p:sp>
        <p:nvSpPr>
          <p:cNvPr id="7" name="">
            <a:extLst xmlns:a="http://schemas.openxmlformats.org/drawingml/2006/main">
              <a:ext uri="{FF2B5EF4-FFF2-40B4-BE49-F238E27FC236}">
                <a16:creationId xmlns:a16="http://schemas.microsoft.com/office/drawing/2014/main" id="{E045F31F-7457-4F21-A11C-E5ADF34507E5}"/>
              </a:ext>
            </a:extLst>
          </p:cNvPr>
          <p:cNvSpPr>
            <a:spLocks xmlns:a="http://schemas.openxmlformats.org/drawingml/2006/main" noGrp="1"/>
          </p:cNvSpPr>
          <p:nvPr/>
        </p:nvSpPr>
        <p:spPr>
          <a:xfrm xmlns:a="http://schemas.openxmlformats.org/drawingml/2006/main">
            <a:off x="609600" y="58769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875" b="0">
                <a:solidFill>
                  <a:srgbClr val="173643"/>
                </a:solidFill>
                <a:latin typeface="Apple SD Gothic Neo"/>
                <a:ea typeface="Apple SD Gothic Neo"/>
                <a:cs typeface="Apple SD Gothic Neo"/>
              </a:defRPr>
            </a:defPPr>
            <a:lvl1pPr>
              <a:defRPr sz="1875" b="0">
                <a:solidFill>
                  <a:srgbClr val="173643"/>
                </a:solidFill>
                <a:latin typeface="Apple SD Gothic Neo"/>
                <a:ea typeface="Apple SD Gothic Neo"/>
                <a:cs typeface="Apple SD Gothic Neo"/>
              </a:defRPr>
            </a:lvl1pPr>
            <a:lvl2pPr>
              <a:defRPr sz="1875" b="0">
                <a:solidFill>
                  <a:srgbClr val="173643"/>
                </a:solidFill>
                <a:latin typeface="Apple SD Gothic Neo"/>
                <a:ea typeface="Apple SD Gothic Neo"/>
                <a:cs typeface="Apple SD Gothic Neo"/>
              </a:defRPr>
            </a:lvl2pPr>
            <a:lvl3pPr>
              <a:defRPr sz="1875" b="0">
                <a:solidFill>
                  <a:srgbClr val="173643"/>
                </a:solidFill>
                <a:latin typeface="Apple SD Gothic Neo"/>
                <a:ea typeface="Apple SD Gothic Neo"/>
                <a:cs typeface="Apple SD Gothic Neo"/>
              </a:defRPr>
            </a:lvl3pPr>
            <a:lvl4pPr>
              <a:defRPr sz="1875" b="0">
                <a:solidFill>
                  <a:srgbClr val="173643"/>
                </a:solidFill>
                <a:latin typeface="Apple SD Gothic Neo"/>
                <a:ea typeface="Apple SD Gothic Neo"/>
                <a:cs typeface="Apple SD Gothic Neo"/>
              </a:defRPr>
            </a:lvl4pPr>
            <a:lvl5pPr>
              <a:defRPr sz="1875" b="0">
                <a:solidFill>
                  <a:srgbClr val="173643"/>
                </a:solidFill>
                <a:latin typeface="Apple SD Gothic Neo"/>
                <a:ea typeface="Apple SD Gothic Neo"/>
                <a:cs typeface="Apple SD Gothic Neo"/>
              </a:defRPr>
            </a:lvl5pPr>
            <a:lvl6pPr>
              <a:defRPr sz="1875" b="0">
                <a:solidFill>
                  <a:srgbClr val="173643"/>
                </a:solidFill>
                <a:latin typeface="Apple SD Gothic Neo"/>
                <a:ea typeface="Apple SD Gothic Neo"/>
                <a:cs typeface="Apple SD Gothic Neo"/>
              </a:defRPr>
            </a:lvl6pPr>
            <a:lvl7pPr>
              <a:defRPr sz="1875" b="0">
                <a:solidFill>
                  <a:srgbClr val="173643"/>
                </a:solidFill>
                <a:latin typeface="Apple SD Gothic Neo"/>
                <a:ea typeface="Apple SD Gothic Neo"/>
                <a:cs typeface="Apple SD Gothic Neo"/>
              </a:defRPr>
            </a:lvl7pPr>
            <a:lvl8pPr>
              <a:defRPr sz="1875" b="0">
                <a:solidFill>
                  <a:srgbClr val="173643"/>
                </a:solidFill>
                <a:latin typeface="Apple SD Gothic Neo"/>
                <a:ea typeface="Apple SD Gothic Neo"/>
                <a:cs typeface="Apple SD Gothic Neo"/>
              </a:defRPr>
            </a:lvl8pPr>
            <a:lvl9pPr>
              <a:defRPr sz="1875" b="0">
                <a:solidFill>
                  <a:srgbClr val="173643"/>
                </a:solidFill>
                <a:latin typeface="Apple SD Gothic Neo"/>
                <a:ea typeface="Apple SD Gothic Neo"/>
                <a:cs typeface="Apple SD Gothic Neo"/>
              </a:defRPr>
            </a:lvl9pPr>
          </a:lstStyle>
          <a:p xmlns:a="http://schemas.openxmlformats.org/drawingml/2006/main">
            <a:pPr>
              <a:defRPr sz="1875" b="0">
                <a:solidFill>
                  <a:srgbClr val="173643"/>
                </a:solidFill>
                <a:latin typeface="Apple SD Gothic Neo"/>
                <a:ea typeface="Apple SD Gothic Neo"/>
                <a:cs typeface="Apple SD Gothic Neo"/>
              </a:defRPr>
            </a:pPr>
            <a:r>
              <a:rPr sz="1875" b="0">
                <a:solidFill>
                  <a:srgbClr val="173643"/>
                </a:solidFill>
                <a:latin typeface="Apple SD Gothic Neo"/>
                <a:ea typeface="Apple SD Gothic Neo"/>
                <a:cs typeface="Apple SD Gothic Neo"/>
              </a:rPr>
              <a:t>C의 별도 Test Recall79.1%. 추가 데이터로 재확인 필요</a:t>
            </a:r>
          </a:p>
        </p:txBody>
      </p:sp>
    </p:spTree>
    <p:extLst>
      <p:ext uri="{BB962C8B-B14F-4D97-AF65-F5344CB8AC3E}">
        <p14:creationId xmlns:p14="http://schemas.microsoft.com/office/powerpoint/2010/main" val="886686977"/>
      </p:ext>
    </p:extLst>
  </p:cSld>
</p:sld>
</file>

<file path=ppt/slides/slide10.xml><?xml version="1.0" encoding="utf-8"?>
<p:sld xmlns:p="http://schemas.openxmlformats.org/presentationml/2006/main">
  <p:cSld>
    <p:bg>
      <p:bgPr>
        <a:solidFill xmlns:a="http://schemas.openxmlformats.org/drawingml/2006/main">
          <a:srgbClr val="F7F9F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7BDC807-90CF-420E-BA04-A9F60DEFDE1A}"/>
              </a:ext>
            </a:extLst>
          </p:cNvPr>
          <p:cNvSpPr>
            <a:spLocks xmlns:a="http://schemas.openxmlformats.org/drawingml/2006/main" noGrp="1"/>
          </p:cNvSpPr>
          <p:nvPr/>
        </p:nvSpPr>
        <p:spPr>
          <a:xfrm xmlns:a="http://schemas.openxmlformats.org/drawingml/2006/main">
            <a:off x="609600" y="228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75" b="1">
                <a:solidFill>
                  <a:srgbClr val="13747A"/>
                </a:solidFill>
                <a:latin typeface="Apple SD Gothic Neo"/>
                <a:ea typeface="Apple SD Gothic Neo"/>
                <a:cs typeface="Apple SD Gothic Neo"/>
              </a:defRPr>
            </a:defPPr>
            <a:lvl1pPr>
              <a:defRPr sz="1275" b="1">
                <a:solidFill>
                  <a:srgbClr val="13747A"/>
                </a:solidFill>
                <a:latin typeface="Apple SD Gothic Neo"/>
                <a:ea typeface="Apple SD Gothic Neo"/>
                <a:cs typeface="Apple SD Gothic Neo"/>
              </a:defRPr>
            </a:lvl1pPr>
            <a:lvl2pPr>
              <a:defRPr sz="1275" b="1">
                <a:solidFill>
                  <a:srgbClr val="13747A"/>
                </a:solidFill>
                <a:latin typeface="Apple SD Gothic Neo"/>
                <a:ea typeface="Apple SD Gothic Neo"/>
                <a:cs typeface="Apple SD Gothic Neo"/>
              </a:defRPr>
            </a:lvl2pPr>
            <a:lvl3pPr>
              <a:defRPr sz="1275" b="1">
                <a:solidFill>
                  <a:srgbClr val="13747A"/>
                </a:solidFill>
                <a:latin typeface="Apple SD Gothic Neo"/>
                <a:ea typeface="Apple SD Gothic Neo"/>
                <a:cs typeface="Apple SD Gothic Neo"/>
              </a:defRPr>
            </a:lvl3pPr>
            <a:lvl4pPr>
              <a:defRPr sz="1275" b="1">
                <a:solidFill>
                  <a:srgbClr val="13747A"/>
                </a:solidFill>
                <a:latin typeface="Apple SD Gothic Neo"/>
                <a:ea typeface="Apple SD Gothic Neo"/>
                <a:cs typeface="Apple SD Gothic Neo"/>
              </a:defRPr>
            </a:lvl4pPr>
            <a:lvl5pPr>
              <a:defRPr sz="1275" b="1">
                <a:solidFill>
                  <a:srgbClr val="13747A"/>
                </a:solidFill>
                <a:latin typeface="Apple SD Gothic Neo"/>
                <a:ea typeface="Apple SD Gothic Neo"/>
                <a:cs typeface="Apple SD Gothic Neo"/>
              </a:defRPr>
            </a:lvl5pPr>
            <a:lvl6pPr>
              <a:defRPr sz="1275" b="1">
                <a:solidFill>
                  <a:srgbClr val="13747A"/>
                </a:solidFill>
                <a:latin typeface="Apple SD Gothic Neo"/>
                <a:ea typeface="Apple SD Gothic Neo"/>
                <a:cs typeface="Apple SD Gothic Neo"/>
              </a:defRPr>
            </a:lvl6pPr>
            <a:lvl7pPr>
              <a:defRPr sz="1275" b="1">
                <a:solidFill>
                  <a:srgbClr val="13747A"/>
                </a:solidFill>
                <a:latin typeface="Apple SD Gothic Neo"/>
                <a:ea typeface="Apple SD Gothic Neo"/>
                <a:cs typeface="Apple SD Gothic Neo"/>
              </a:defRPr>
            </a:lvl7pPr>
            <a:lvl8pPr>
              <a:defRPr sz="1275" b="1">
                <a:solidFill>
                  <a:srgbClr val="13747A"/>
                </a:solidFill>
                <a:latin typeface="Apple SD Gothic Neo"/>
                <a:ea typeface="Apple SD Gothic Neo"/>
                <a:cs typeface="Apple SD Gothic Neo"/>
              </a:defRPr>
            </a:lvl8pPr>
            <a:lvl9pPr>
              <a:defRPr sz="1275" b="1">
                <a:solidFill>
                  <a:srgbClr val="13747A"/>
                </a:solidFill>
                <a:latin typeface="Apple SD Gothic Neo"/>
                <a:ea typeface="Apple SD Gothic Neo"/>
                <a:cs typeface="Apple SD Gothic Neo"/>
              </a:defRPr>
            </a:lvl9pPr>
          </a:lstStyle>
          <a:p xmlns:a="http://schemas.openxmlformats.org/drawingml/2006/main">
            <a:pPr>
              <a:defRPr sz="1275" b="1">
                <a:solidFill>
                  <a:srgbClr val="13747A"/>
                </a:solidFill>
                <a:latin typeface="Apple SD Gothic Neo"/>
                <a:ea typeface="Apple SD Gothic Neo"/>
                <a:cs typeface="Apple SD Gothic Neo"/>
              </a:defRPr>
            </a:pPr>
            <a:r>
              <a:rPr sz="1275" b="1">
                <a:solidFill>
                  <a:srgbClr val="13747A"/>
                </a:solidFill>
                <a:latin typeface="Apple SD Gothic Neo"/>
                <a:ea typeface="Apple SD Gothic Neo"/>
                <a:cs typeface="Apple SD Gothic Neo"/>
              </a:rPr>
              <a:t>데이터 출처 · 실측 결과와 합성 시연을 구분합니다</a:t>
            </a:r>
          </a:p>
        </p:txBody>
      </p:sp>
      <p:sp>
        <p:nvSpPr>
          <p:cNvPr id="2" name="">
            <a:extLst xmlns:a="http://schemas.openxmlformats.org/drawingml/2006/main">
              <a:ext uri="{FF2B5EF4-FFF2-40B4-BE49-F238E27FC236}">
                <a16:creationId xmlns:a16="http://schemas.microsoft.com/office/drawing/2014/main" id="{A953BF97-4FFB-4D83-8A4C-FD6D1D85DC1E}"/>
              </a:ext>
            </a:extLst>
          </p:cNvPr>
          <p:cNvSpPr>
            <a:spLocks xmlns:a="http://schemas.openxmlformats.org/drawingml/2006/main" noGrp="1"/>
          </p:cNvSpPr>
          <p:nvPr/>
        </p:nvSpPr>
        <p:spPr>
          <a:xfrm xmlns:a="http://schemas.openxmlformats.org/drawingml/2006/main">
            <a:off x="609600" y="6858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3150" b="1">
                <a:solidFill>
                  <a:srgbClr val="173643"/>
                </a:solidFill>
                <a:latin typeface="Apple SD Gothic Neo"/>
                <a:ea typeface="Apple SD Gothic Neo"/>
                <a:cs typeface="Apple SD Gothic Neo"/>
              </a:defRPr>
            </a:defPPr>
            <a:lvl1pPr>
              <a:defRPr sz="3150" b="1">
                <a:solidFill>
                  <a:srgbClr val="173643"/>
                </a:solidFill>
                <a:latin typeface="Apple SD Gothic Neo"/>
                <a:ea typeface="Apple SD Gothic Neo"/>
                <a:cs typeface="Apple SD Gothic Neo"/>
              </a:defRPr>
            </a:lvl1pPr>
            <a:lvl2pPr>
              <a:defRPr sz="3150" b="1">
                <a:solidFill>
                  <a:srgbClr val="173643"/>
                </a:solidFill>
                <a:latin typeface="Apple SD Gothic Neo"/>
                <a:ea typeface="Apple SD Gothic Neo"/>
                <a:cs typeface="Apple SD Gothic Neo"/>
              </a:defRPr>
            </a:lvl2pPr>
            <a:lvl3pPr>
              <a:defRPr sz="3150" b="1">
                <a:solidFill>
                  <a:srgbClr val="173643"/>
                </a:solidFill>
                <a:latin typeface="Apple SD Gothic Neo"/>
                <a:ea typeface="Apple SD Gothic Neo"/>
                <a:cs typeface="Apple SD Gothic Neo"/>
              </a:defRPr>
            </a:lvl3pPr>
            <a:lvl4pPr>
              <a:defRPr sz="3150" b="1">
                <a:solidFill>
                  <a:srgbClr val="173643"/>
                </a:solidFill>
                <a:latin typeface="Apple SD Gothic Neo"/>
                <a:ea typeface="Apple SD Gothic Neo"/>
                <a:cs typeface="Apple SD Gothic Neo"/>
              </a:defRPr>
            </a:lvl4pPr>
            <a:lvl5pPr>
              <a:defRPr sz="3150" b="1">
                <a:solidFill>
                  <a:srgbClr val="173643"/>
                </a:solidFill>
                <a:latin typeface="Apple SD Gothic Neo"/>
                <a:ea typeface="Apple SD Gothic Neo"/>
                <a:cs typeface="Apple SD Gothic Neo"/>
              </a:defRPr>
            </a:lvl5pPr>
            <a:lvl6pPr>
              <a:defRPr sz="3150" b="1">
                <a:solidFill>
                  <a:srgbClr val="173643"/>
                </a:solidFill>
                <a:latin typeface="Apple SD Gothic Neo"/>
                <a:ea typeface="Apple SD Gothic Neo"/>
                <a:cs typeface="Apple SD Gothic Neo"/>
              </a:defRPr>
            </a:lvl6pPr>
            <a:lvl7pPr>
              <a:defRPr sz="3150" b="1">
                <a:solidFill>
                  <a:srgbClr val="173643"/>
                </a:solidFill>
                <a:latin typeface="Apple SD Gothic Neo"/>
                <a:ea typeface="Apple SD Gothic Neo"/>
                <a:cs typeface="Apple SD Gothic Neo"/>
              </a:defRPr>
            </a:lvl7pPr>
            <a:lvl8pPr>
              <a:defRPr sz="3150" b="1">
                <a:solidFill>
                  <a:srgbClr val="173643"/>
                </a:solidFill>
                <a:latin typeface="Apple SD Gothic Neo"/>
                <a:ea typeface="Apple SD Gothic Neo"/>
                <a:cs typeface="Apple SD Gothic Neo"/>
              </a:defRPr>
            </a:lvl8pPr>
            <a:lvl9pPr>
              <a:defRPr sz="3150" b="1">
                <a:solidFill>
                  <a:srgbClr val="173643"/>
                </a:solidFill>
                <a:latin typeface="Apple SD Gothic Neo"/>
                <a:ea typeface="Apple SD Gothic Neo"/>
                <a:cs typeface="Apple SD Gothic Neo"/>
              </a:defRPr>
            </a:lvl9pPr>
          </a:lstStyle>
          <a:p xmlns:a="http://schemas.openxmlformats.org/drawingml/2006/main">
            <a:pPr>
              <a:defRPr sz="3150" b="1">
                <a:solidFill>
                  <a:srgbClr val="173643"/>
                </a:solidFill>
                <a:latin typeface="Apple SD Gothic Neo"/>
                <a:ea typeface="Apple SD Gothic Neo"/>
                <a:cs typeface="Apple SD Gothic Neo"/>
              </a:defRPr>
            </a:pPr>
            <a:r>
              <a:rPr sz="3150" b="1">
                <a:solidFill>
                  <a:srgbClr val="173643"/>
                </a:solidFill>
                <a:latin typeface="Apple SD Gothic Neo"/>
                <a:ea typeface="Apple SD Gothic Neo"/>
                <a:cs typeface="Apple SD Gothic Neo"/>
              </a:rPr>
              <a:t>공개 반도체 공정 데이터: UCI SECOM</a:t>
            </a:r>
          </a:p>
        </p:txBody>
      </p:sp>
      <p:sp>
        <p:nvSpPr>
          <p:cNvPr id="3" name="">
            <a:extLst xmlns:a="http://schemas.openxmlformats.org/drawingml/2006/main">
              <a:ext uri="{FF2B5EF4-FFF2-40B4-BE49-F238E27FC236}">
                <a16:creationId xmlns:a16="http://schemas.microsoft.com/office/drawing/2014/main" id="{7F2D9F0D-80C1-4CB7-B2F2-07BA98161AD2}"/>
              </a:ext>
            </a:extLst>
          </p:cNvPr>
          <p:cNvSpPr>
            <a:spLocks xmlns:a="http://schemas.openxmlformats.org/drawingml/2006/main" noGrp="1"/>
          </p:cNvSpPr>
          <p:nvPr/>
        </p:nvSpPr>
        <p:spPr>
          <a:xfrm xmlns:a="http://schemas.openxmlformats.org/drawingml/2006/main">
            <a:off x="609600" y="6467475"/>
            <a:ext cx="9048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G045 김용찬 · SK AI Leader Academy</a:t>
            </a:r>
          </a:p>
        </p:txBody>
      </p:sp>
      <p:sp>
        <p:nvSpPr>
          <p:cNvPr id="4" name="">
            <a:extLst xmlns:a="http://schemas.openxmlformats.org/drawingml/2006/main">
              <a:ext uri="{FF2B5EF4-FFF2-40B4-BE49-F238E27FC236}">
                <a16:creationId xmlns:a16="http://schemas.microsoft.com/office/drawing/2014/main" id="{E6F3ACD8-4D3D-45DC-B23E-1E831E3CE577}"/>
              </a:ext>
            </a:extLst>
          </p:cNvPr>
          <p:cNvSpPr>
            <a:spLocks xmlns:a="http://schemas.openxmlformats.org/drawingml/2006/main" noGrp="1"/>
          </p:cNvSpPr>
          <p:nvPr/>
        </p:nvSpPr>
        <p:spPr>
          <a:xfrm xmlns:a="http://schemas.openxmlformats.org/drawingml/2006/main">
            <a:off x="10287000" y="6467475"/>
            <a:ext cx="1333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10 / 15</a:t>
            </a:r>
          </a:p>
        </p:txBody>
      </p:sp>
      <p:sp>
        <p:nvSpPr>
          <p:cNvPr id="5" name="">
            <a:extLst xmlns:a="http://schemas.openxmlformats.org/drawingml/2006/main">
              <a:ext uri="{FF2B5EF4-FFF2-40B4-BE49-F238E27FC236}">
                <a16:creationId xmlns:a16="http://schemas.microsoft.com/office/drawing/2014/main" id="{143C3E2B-BB79-4F3A-954C-8DF61BA0C87D}"/>
              </a:ext>
            </a:extLst>
          </p:cNvPr>
          <p:cNvSpPr>
            <a:spLocks xmlns:a="http://schemas.openxmlformats.org/drawingml/2006/main" noGrp="1"/>
          </p:cNvSpPr>
          <p:nvPr/>
        </p:nvSpPr>
        <p:spPr>
          <a:xfrm xmlns:a="http://schemas.openxmlformats.org/drawingml/2006/main">
            <a:off x="609600" y="17621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875" b="0">
                <a:solidFill>
                  <a:srgbClr val="173643"/>
                </a:solidFill>
                <a:latin typeface="Apple SD Gothic Neo"/>
                <a:ea typeface="Apple SD Gothic Neo"/>
                <a:cs typeface="Apple SD Gothic Neo"/>
              </a:defRPr>
            </a:defPPr>
            <a:lvl1pPr>
              <a:defRPr sz="1875" b="0">
                <a:solidFill>
                  <a:srgbClr val="173643"/>
                </a:solidFill>
                <a:latin typeface="Apple SD Gothic Neo"/>
                <a:ea typeface="Apple SD Gothic Neo"/>
                <a:cs typeface="Apple SD Gothic Neo"/>
              </a:defRPr>
            </a:lvl1pPr>
            <a:lvl2pPr>
              <a:defRPr sz="1875" b="0">
                <a:solidFill>
                  <a:srgbClr val="173643"/>
                </a:solidFill>
                <a:latin typeface="Apple SD Gothic Neo"/>
                <a:ea typeface="Apple SD Gothic Neo"/>
                <a:cs typeface="Apple SD Gothic Neo"/>
              </a:defRPr>
            </a:lvl2pPr>
            <a:lvl3pPr>
              <a:defRPr sz="1875" b="0">
                <a:solidFill>
                  <a:srgbClr val="173643"/>
                </a:solidFill>
                <a:latin typeface="Apple SD Gothic Neo"/>
                <a:ea typeface="Apple SD Gothic Neo"/>
                <a:cs typeface="Apple SD Gothic Neo"/>
              </a:defRPr>
            </a:lvl3pPr>
            <a:lvl4pPr>
              <a:defRPr sz="1875" b="0">
                <a:solidFill>
                  <a:srgbClr val="173643"/>
                </a:solidFill>
                <a:latin typeface="Apple SD Gothic Neo"/>
                <a:ea typeface="Apple SD Gothic Neo"/>
                <a:cs typeface="Apple SD Gothic Neo"/>
              </a:defRPr>
            </a:lvl4pPr>
            <a:lvl5pPr>
              <a:defRPr sz="1875" b="0">
                <a:solidFill>
                  <a:srgbClr val="173643"/>
                </a:solidFill>
                <a:latin typeface="Apple SD Gothic Neo"/>
                <a:ea typeface="Apple SD Gothic Neo"/>
                <a:cs typeface="Apple SD Gothic Neo"/>
              </a:defRPr>
            </a:lvl5pPr>
            <a:lvl6pPr>
              <a:defRPr sz="1875" b="0">
                <a:solidFill>
                  <a:srgbClr val="173643"/>
                </a:solidFill>
                <a:latin typeface="Apple SD Gothic Neo"/>
                <a:ea typeface="Apple SD Gothic Neo"/>
                <a:cs typeface="Apple SD Gothic Neo"/>
              </a:defRPr>
            </a:lvl6pPr>
            <a:lvl7pPr>
              <a:defRPr sz="1875" b="0">
                <a:solidFill>
                  <a:srgbClr val="173643"/>
                </a:solidFill>
                <a:latin typeface="Apple SD Gothic Neo"/>
                <a:ea typeface="Apple SD Gothic Neo"/>
                <a:cs typeface="Apple SD Gothic Neo"/>
              </a:defRPr>
            </a:lvl7pPr>
            <a:lvl8pPr>
              <a:defRPr sz="1875" b="0">
                <a:solidFill>
                  <a:srgbClr val="173643"/>
                </a:solidFill>
                <a:latin typeface="Apple SD Gothic Neo"/>
                <a:ea typeface="Apple SD Gothic Neo"/>
                <a:cs typeface="Apple SD Gothic Neo"/>
              </a:defRPr>
            </a:lvl8pPr>
            <a:lvl9pPr>
              <a:defRPr sz="1875" b="0">
                <a:solidFill>
                  <a:srgbClr val="173643"/>
                </a:solidFill>
                <a:latin typeface="Apple SD Gothic Neo"/>
                <a:ea typeface="Apple SD Gothic Neo"/>
                <a:cs typeface="Apple SD Gothic Neo"/>
              </a:defRPr>
            </a:lvl9pPr>
          </a:lstStyle>
          <a:p xmlns:a="http://schemas.openxmlformats.org/drawingml/2006/main">
            <a:pPr>
              <a:defRPr sz="1875" b="0">
                <a:solidFill>
                  <a:srgbClr val="173643"/>
                </a:solidFill>
                <a:latin typeface="Apple SD Gothic Neo"/>
                <a:ea typeface="Apple SD Gothic Neo"/>
                <a:cs typeface="Apple SD Gothic Neo"/>
              </a:defRPr>
            </a:pPr>
            <a:r>
              <a:rPr sz="1875" b="0">
                <a:solidFill>
                  <a:srgbClr val="173643"/>
                </a:solidFill>
                <a:latin typeface="Apple SD Gothic Neo"/>
                <a:ea typeface="Apple SD Gothic Neo"/>
                <a:cs typeface="Apple SD Gothic Neo"/>
              </a:rPr>
              <a:t>McCann, M. &amp; Johnston, A. (2008). SECOM [Dataset].</a:t>
            </a:r>
          </a:p>
        </p:txBody>
      </p:sp>
      <p:sp>
        <p:nvSpPr>
          <p:cNvPr id="6" name="">
            <a:extLst xmlns:a="http://schemas.openxmlformats.org/drawingml/2006/main">
              <a:ext uri="{FF2B5EF4-FFF2-40B4-BE49-F238E27FC236}">
                <a16:creationId xmlns:a16="http://schemas.microsoft.com/office/drawing/2014/main" id="{3F575F4A-C989-4AC6-B975-CFC34AABFC76}"/>
              </a:ext>
            </a:extLst>
          </p:cNvPr>
          <p:cNvSpPr>
            <a:spLocks xmlns:a="http://schemas.openxmlformats.org/drawingml/2006/main" noGrp="1"/>
          </p:cNvSpPr>
          <p:nvPr/>
        </p:nvSpPr>
        <p:spPr>
          <a:xfrm xmlns:a="http://schemas.openxmlformats.org/drawingml/2006/main">
            <a:off x="609600" y="21621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875" b="0">
                <a:solidFill>
                  <a:srgbClr val="173643"/>
                </a:solidFill>
                <a:latin typeface="Apple SD Gothic Neo"/>
                <a:ea typeface="Apple SD Gothic Neo"/>
                <a:cs typeface="Apple SD Gothic Neo"/>
              </a:defRPr>
            </a:defPPr>
            <a:lvl1pPr>
              <a:defRPr sz="1875" b="0">
                <a:solidFill>
                  <a:srgbClr val="173643"/>
                </a:solidFill>
                <a:latin typeface="Apple SD Gothic Neo"/>
                <a:ea typeface="Apple SD Gothic Neo"/>
                <a:cs typeface="Apple SD Gothic Neo"/>
              </a:defRPr>
            </a:lvl1pPr>
            <a:lvl2pPr>
              <a:defRPr sz="1875" b="0">
                <a:solidFill>
                  <a:srgbClr val="173643"/>
                </a:solidFill>
                <a:latin typeface="Apple SD Gothic Neo"/>
                <a:ea typeface="Apple SD Gothic Neo"/>
                <a:cs typeface="Apple SD Gothic Neo"/>
              </a:defRPr>
            </a:lvl2pPr>
            <a:lvl3pPr>
              <a:defRPr sz="1875" b="0">
                <a:solidFill>
                  <a:srgbClr val="173643"/>
                </a:solidFill>
                <a:latin typeface="Apple SD Gothic Neo"/>
                <a:ea typeface="Apple SD Gothic Neo"/>
                <a:cs typeface="Apple SD Gothic Neo"/>
              </a:defRPr>
            </a:lvl3pPr>
            <a:lvl4pPr>
              <a:defRPr sz="1875" b="0">
                <a:solidFill>
                  <a:srgbClr val="173643"/>
                </a:solidFill>
                <a:latin typeface="Apple SD Gothic Neo"/>
                <a:ea typeface="Apple SD Gothic Neo"/>
                <a:cs typeface="Apple SD Gothic Neo"/>
              </a:defRPr>
            </a:lvl4pPr>
            <a:lvl5pPr>
              <a:defRPr sz="1875" b="0">
                <a:solidFill>
                  <a:srgbClr val="173643"/>
                </a:solidFill>
                <a:latin typeface="Apple SD Gothic Neo"/>
                <a:ea typeface="Apple SD Gothic Neo"/>
                <a:cs typeface="Apple SD Gothic Neo"/>
              </a:defRPr>
            </a:lvl5pPr>
            <a:lvl6pPr>
              <a:defRPr sz="1875" b="0">
                <a:solidFill>
                  <a:srgbClr val="173643"/>
                </a:solidFill>
                <a:latin typeface="Apple SD Gothic Neo"/>
                <a:ea typeface="Apple SD Gothic Neo"/>
                <a:cs typeface="Apple SD Gothic Neo"/>
              </a:defRPr>
            </a:lvl6pPr>
            <a:lvl7pPr>
              <a:defRPr sz="1875" b="0">
                <a:solidFill>
                  <a:srgbClr val="173643"/>
                </a:solidFill>
                <a:latin typeface="Apple SD Gothic Neo"/>
                <a:ea typeface="Apple SD Gothic Neo"/>
                <a:cs typeface="Apple SD Gothic Neo"/>
              </a:defRPr>
            </a:lvl7pPr>
            <a:lvl8pPr>
              <a:defRPr sz="1875" b="0">
                <a:solidFill>
                  <a:srgbClr val="173643"/>
                </a:solidFill>
                <a:latin typeface="Apple SD Gothic Neo"/>
                <a:ea typeface="Apple SD Gothic Neo"/>
                <a:cs typeface="Apple SD Gothic Neo"/>
              </a:defRPr>
            </a:lvl8pPr>
            <a:lvl9pPr>
              <a:defRPr sz="1875" b="0">
                <a:solidFill>
                  <a:srgbClr val="173643"/>
                </a:solidFill>
                <a:latin typeface="Apple SD Gothic Neo"/>
                <a:ea typeface="Apple SD Gothic Neo"/>
                <a:cs typeface="Apple SD Gothic Neo"/>
              </a:defRPr>
            </a:lvl9pPr>
          </a:lstStyle>
          <a:p xmlns:a="http://schemas.openxmlformats.org/drawingml/2006/main">
            <a:pPr>
              <a:defRPr sz="1875" b="0">
                <a:solidFill>
                  <a:srgbClr val="173643"/>
                </a:solidFill>
                <a:latin typeface="Apple SD Gothic Neo"/>
                <a:ea typeface="Apple SD Gothic Neo"/>
                <a:cs typeface="Apple SD Gothic Neo"/>
              </a:defRPr>
            </a:pPr>
            <a:r>
              <a:rPr sz="1875" b="0">
                <a:solidFill>
                  <a:srgbClr val="173643"/>
                </a:solidFill>
                <a:latin typeface="Apple SD Gothic Neo"/>
                <a:ea typeface="Apple SD Gothic Neo"/>
                <a:cs typeface="Apple SD Gothic Neo"/>
              </a:rPr>
              <a:t>UCI Machine Learning Repository · DOI: 10.24432/C54305 · CC BY4.0</a:t>
            </a:r>
          </a:p>
        </p:txBody>
      </p:sp>
      <p:sp>
        <p:nvSpPr>
          <p:cNvPr id="7" name="">
            <a:extLst xmlns:a="http://schemas.openxmlformats.org/drawingml/2006/main">
              <a:ext uri="{FF2B5EF4-FFF2-40B4-BE49-F238E27FC236}">
                <a16:creationId xmlns:a16="http://schemas.microsoft.com/office/drawing/2014/main" id="{2F8A0159-1A89-4C48-BBB9-400420F23439}"/>
              </a:ext>
            </a:extLst>
          </p:cNvPr>
          <p:cNvSpPr>
            <a:spLocks xmlns:a="http://schemas.openxmlformats.org/drawingml/2006/main" noGrp="1"/>
          </p:cNvSpPr>
          <p:nvPr/>
        </p:nvSpPr>
        <p:spPr>
          <a:xfrm xmlns:a="http://schemas.openxmlformats.org/drawingml/2006/main">
            <a:off x="609600" y="25622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875" b="0">
                <a:solidFill>
                  <a:srgbClr val="173643"/>
                </a:solidFill>
                <a:latin typeface="Apple SD Gothic Neo"/>
                <a:ea typeface="Apple SD Gothic Neo"/>
                <a:cs typeface="Apple SD Gothic Neo"/>
              </a:defRPr>
            </a:defPPr>
            <a:lvl1pPr>
              <a:defRPr sz="1875" b="0">
                <a:solidFill>
                  <a:srgbClr val="173643"/>
                </a:solidFill>
                <a:latin typeface="Apple SD Gothic Neo"/>
                <a:ea typeface="Apple SD Gothic Neo"/>
                <a:cs typeface="Apple SD Gothic Neo"/>
              </a:defRPr>
            </a:lvl1pPr>
            <a:lvl2pPr>
              <a:defRPr sz="1875" b="0">
                <a:solidFill>
                  <a:srgbClr val="173643"/>
                </a:solidFill>
                <a:latin typeface="Apple SD Gothic Neo"/>
                <a:ea typeface="Apple SD Gothic Neo"/>
                <a:cs typeface="Apple SD Gothic Neo"/>
              </a:defRPr>
            </a:lvl2pPr>
            <a:lvl3pPr>
              <a:defRPr sz="1875" b="0">
                <a:solidFill>
                  <a:srgbClr val="173643"/>
                </a:solidFill>
                <a:latin typeface="Apple SD Gothic Neo"/>
                <a:ea typeface="Apple SD Gothic Neo"/>
                <a:cs typeface="Apple SD Gothic Neo"/>
              </a:defRPr>
            </a:lvl3pPr>
            <a:lvl4pPr>
              <a:defRPr sz="1875" b="0">
                <a:solidFill>
                  <a:srgbClr val="173643"/>
                </a:solidFill>
                <a:latin typeface="Apple SD Gothic Neo"/>
                <a:ea typeface="Apple SD Gothic Neo"/>
                <a:cs typeface="Apple SD Gothic Neo"/>
              </a:defRPr>
            </a:lvl4pPr>
            <a:lvl5pPr>
              <a:defRPr sz="1875" b="0">
                <a:solidFill>
                  <a:srgbClr val="173643"/>
                </a:solidFill>
                <a:latin typeface="Apple SD Gothic Neo"/>
                <a:ea typeface="Apple SD Gothic Neo"/>
                <a:cs typeface="Apple SD Gothic Neo"/>
              </a:defRPr>
            </a:lvl5pPr>
            <a:lvl6pPr>
              <a:defRPr sz="1875" b="0">
                <a:solidFill>
                  <a:srgbClr val="173643"/>
                </a:solidFill>
                <a:latin typeface="Apple SD Gothic Neo"/>
                <a:ea typeface="Apple SD Gothic Neo"/>
                <a:cs typeface="Apple SD Gothic Neo"/>
              </a:defRPr>
            </a:lvl6pPr>
            <a:lvl7pPr>
              <a:defRPr sz="1875" b="0">
                <a:solidFill>
                  <a:srgbClr val="173643"/>
                </a:solidFill>
                <a:latin typeface="Apple SD Gothic Neo"/>
                <a:ea typeface="Apple SD Gothic Neo"/>
                <a:cs typeface="Apple SD Gothic Neo"/>
              </a:defRPr>
            </a:lvl7pPr>
            <a:lvl8pPr>
              <a:defRPr sz="1875" b="0">
                <a:solidFill>
                  <a:srgbClr val="173643"/>
                </a:solidFill>
                <a:latin typeface="Apple SD Gothic Neo"/>
                <a:ea typeface="Apple SD Gothic Neo"/>
                <a:cs typeface="Apple SD Gothic Neo"/>
              </a:defRPr>
            </a:lvl8pPr>
            <a:lvl9pPr>
              <a:defRPr sz="1875" b="0">
                <a:solidFill>
                  <a:srgbClr val="173643"/>
                </a:solidFill>
                <a:latin typeface="Apple SD Gothic Neo"/>
                <a:ea typeface="Apple SD Gothic Neo"/>
                <a:cs typeface="Apple SD Gothic Neo"/>
              </a:defRPr>
            </a:lvl9pPr>
          </a:lstStyle>
          <a:p xmlns:a="http://schemas.openxmlformats.org/drawingml/2006/main">
            <a:pPr>
              <a:defRPr sz="1875" b="0">
                <a:solidFill>
                  <a:srgbClr val="173643"/>
                </a:solidFill>
                <a:latin typeface="Apple SD Gothic Neo"/>
                <a:ea typeface="Apple SD Gothic Neo"/>
                <a:cs typeface="Apple SD Gothic Neo"/>
              </a:defRPr>
            </a:pPr>
            <a:r>
              <a:rPr sz="1875" b="0">
                <a:solidFill>
                  <a:srgbClr val="173643"/>
                </a:solidFill>
                <a:latin typeface="Apple SD Gothic Neo"/>
                <a:ea typeface="Apple SD Gothic Neo"/>
                <a:cs typeface="Apple SD Gothic Neo"/>
              </a:rPr>
              <a:t>archive.ics.uci.edu/dataset/179/secom</a:t>
            </a:r>
          </a:p>
        </p:txBody>
      </p:sp>
      <p:graphicFrame>
        <p:nvGraphicFramePr>
          <p:cNvPr id="8" name="">
            <a:extLst xmlns:a="http://schemas.openxmlformats.org/drawingml/2006/main">
              <a:ext uri="{FF2B5EF4-FFF2-40B4-BE49-F238E27FC236}">
                <a16:creationId xmlns:a16="http://schemas.microsoft.com/office/drawing/2014/main" id="{9F000E88-5288-4A86-9ABC-91CC7073006D}"/>
              </a:ext>
            </a:extLst>
          </p:cNvPr>
          <p:cNvGraphicFramePr/>
          <p:nvPr/>
        </p:nvGraphicFramePr>
        <p:xfrm>
          <a:off xmlns:a="http://schemas.openxmlformats.org/drawingml/2006/main" x="609600" y="3286125"/>
          <a:ext xmlns:a="http://schemas.openxmlformats.org/drawingml/2006/main" cx="10972800" cy="2724150"/>
        </p:xfrm>
        <a:graphic xmlns:a="http://schemas.openxmlformats.org/drawingml/2006/main">
          <a:graphicData uri="http://schemas.openxmlformats.org/drawingml/2006/table">
            <a:tbl>
              <a:tblPr/>
              <a:tblGrid>
                <a:gridCol w="2428875"/>
                <a:gridCol w="3667125"/>
                <a:gridCol w="4876800"/>
              </a:tblGrid>
              <a:tr h="908050">
                <a:tc>
                  <a:txBody>
                    <a:bodyPr/>
                    <a:lstStyle/>
                    <a:p>
                      <a:r>
                        <a:rPr sz="1800" b="1">
                          <a:solidFill>
                            <a:srgbClr val="13747A"/>
                          </a:solidFill>
                          <a:latin typeface="Apple SD Gothic Neo"/>
                          <a:ea typeface="Apple SD Gothic Neo"/>
                          <a:cs typeface="Apple SD Gothic Neo"/>
                        </a:rPr>
                        <a:t>자료</a:t>
                      </a:r>
                    </a:p>
                  </a:txBody>
                  <a:tcPr marL="152400" marR="133350" marT="85725" marB="85725" anchor="ctr">
                    <a:lnL w="9525">
                      <a:solidFill>
                        <a:srgbClr val="D5E0E4"/>
                      </a:solidFill>
                      <a:prstDash val="solid"/>
                    </a:lnL>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c>
                  <a:txBody>
                    <a:bodyPr/>
                    <a:lstStyle/>
                    <a:p>
                      <a:r>
                        <a:rPr sz="1800" b="1">
                          <a:solidFill>
                            <a:srgbClr val="13747A"/>
                          </a:solidFill>
                          <a:latin typeface="Apple SD Gothic Neo"/>
                          <a:ea typeface="Apple SD Gothic Neo"/>
                          <a:cs typeface="Apple SD Gothic Neo"/>
                        </a:rPr>
                        <a:t>입력과 정답</a:t>
                      </a:r>
                    </a:p>
                  </a:txBody>
                  <a:tcPr marL="152400" marR="133350" marT="85725" marB="85725" anchor="ctr">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c>
                  <a:txBody>
                    <a:bodyPr/>
                    <a:lstStyle/>
                    <a:p>
                      <a:r>
                        <a:rPr sz="1800" b="1">
                          <a:solidFill>
                            <a:srgbClr val="13747A"/>
                          </a:solidFill>
                          <a:latin typeface="Apple SD Gothic Neo"/>
                          <a:ea typeface="Apple SD Gothic Neo"/>
                          <a:cs typeface="Apple SD Gothic Neo"/>
                        </a:rPr>
                        <a:t>한계·최종 Test 결과</a:t>
                      </a:r>
                    </a:p>
                  </a:txBody>
                  <a:tcPr marL="152400" marR="133350" marT="85725" marB="85725" anchor="ctr">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r>
              <a:tr h="908050">
                <a:tc>
                  <a:txBody>
                    <a:bodyPr/>
                    <a:lstStyle/>
                    <a:p>
                      <a:r>
                        <a:rPr sz="1800" b="0">
                          <a:solidFill>
                            <a:srgbClr val="173643"/>
                          </a:solidFill>
                          <a:latin typeface="Apple SD Gothic Neo"/>
                          <a:ea typeface="Apple SD Gothic Neo"/>
                          <a:cs typeface="Apple SD Gothic Neo"/>
                        </a:rPr>
                        <a:t>UCI SECOM 공개 원본</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FFFFF"/>
                    </a:solidFill>
                  </a:tcPr>
                </a:tc>
                <a:tc>
                  <a:txBody>
                    <a:bodyPr/>
                    <a:lstStyle/>
                    <a:p>
                      <a:r>
                        <a:rPr sz="1800" b="0">
                          <a:solidFill>
                            <a:srgbClr val="173643"/>
                          </a:solidFill>
                          <a:latin typeface="Apple SD Gothic Neo"/>
                          <a:ea typeface="Apple SD Gothic Neo"/>
                          <a:cs typeface="Apple SD Gothic Neo"/>
                        </a:rPr>
                        <a:t>1,567건·센서590열</a:t>
                      </a:r>
                    </a:p>
                    <a:p>
                      <a:r>
                        <a:rPr sz="1800" b="0">
                          <a:solidFill>
                            <a:srgbClr val="173643"/>
                          </a:solidFill>
                          <a:latin typeface="Apple SD Gothic Neo"/>
                          <a:ea typeface="Apple SD Gothic Neo"/>
                          <a:cs typeface="Apple SD Gothic Neo"/>
                        </a:rPr>
                        <a:t>합격/불합격 기록·불합격104건</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c>
                  <a:txBody>
                    <a:bodyPr/>
                    <a:lstStyle/>
                    <a:p>
                      <a:r>
                        <a:rPr sz="1800" b="0">
                          <a:solidFill>
                            <a:srgbClr val="173643"/>
                          </a:solidFill>
                          <a:latin typeface="Apple SD Gothic Neo"/>
                          <a:ea typeface="Apple SD Gothic Neo"/>
                          <a:cs typeface="Apple SD Gothic Neo"/>
                        </a:rPr>
                        <a:t>제조사명·제품ID 제공 없음</a:t>
                      </a:r>
                    </a:p>
                    <a:p>
                      <a:r>
                        <a:rPr sz="1800" b="0">
                          <a:solidFill>
                            <a:srgbClr val="173643"/>
                          </a:solidFill>
                          <a:latin typeface="Apple SD Gothic Neo"/>
                          <a:ea typeface="Apple SD Gothic Neo"/>
                          <a:cs typeface="Apple SD Gothic Neo"/>
                        </a:rPr>
                        <a:t>불량5/23개 발견·정상87/357개 오판</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r>
              <a:tr h="908050">
                <a:tc>
                  <a:txBody>
                    <a:bodyPr/>
                    <a:lstStyle/>
                    <a:p>
                      <a:r>
                        <a:rPr sz="1800" b="0">
                          <a:solidFill>
                            <a:srgbClr val="173643"/>
                          </a:solidFill>
                          <a:latin typeface="Apple SD Gothic Neo"/>
                          <a:ea typeface="Apple SD Gothic Neo"/>
                          <a:cs typeface="Apple SD Gothic Neo"/>
                        </a:rPr>
                        <a:t>합성 센서 / 합성 이미지</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1F5F6"/>
                    </a:solidFill>
                  </a:tcPr>
                </a:tc>
                <a:tc>
                  <a:txBody>
                    <a:bodyPr/>
                    <a:lstStyle/>
                    <a:p>
                      <a:r>
                        <a:rPr sz="1800" b="0">
                          <a:solidFill>
                            <a:srgbClr val="173643"/>
                          </a:solidFill>
                          <a:latin typeface="Apple SD Gothic Neo"/>
                          <a:ea typeface="Apple SD Gothic Neo"/>
                          <a:cs typeface="Apple SD Gothic Neo"/>
                        </a:rPr>
                        <a:t>가상 제품 A–D / 연습용 패턴</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c>
                  <a:txBody>
                    <a:bodyPr/>
                    <a:lstStyle/>
                    <a:p>
                      <a:r>
                        <a:rPr sz="1800" b="0">
                          <a:solidFill>
                            <a:srgbClr val="173643"/>
                          </a:solidFill>
                          <a:latin typeface="Apple SD Gothic Neo"/>
                          <a:ea typeface="Apple SD Gothic Neo"/>
                          <a:cs typeface="Apple SD Gothic Neo"/>
                        </a:rPr>
                        <a:t>실제 생산 데이터·SEM 이미지 아님</a:t>
                      </a:r>
                    </a:p>
                    <a:p>
                      <a:r>
                        <a:rPr sz="1800" b="0">
                          <a:solidFill>
                            <a:srgbClr val="173643"/>
                          </a:solidFill>
                          <a:latin typeface="Apple SD Gothic Neo"/>
                          <a:ea typeface="Apple SD Gothic Neo"/>
                          <a:cs typeface="Apple SD Gothic Neo"/>
                        </a:rPr>
                        <a:t>이미지 불량14/15개 발견</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r>
            </a:tbl>
          </a:graphicData>
        </a:graphic>
      </p:graphicFrame>
    </p:spTree>
    <p:extLst>
      <p:ext uri="{BB962C8B-B14F-4D97-AF65-F5344CB8AC3E}">
        <p14:creationId xmlns:p14="http://schemas.microsoft.com/office/powerpoint/2010/main" val="1362823433"/>
      </p:ext>
    </p:extLst>
  </p:cSld>
</p:sld>
</file>

<file path=ppt/slides/slide11.xml><?xml version="1.0" encoding="utf-8"?>
<p:sld xmlns:p="http://schemas.openxmlformats.org/presentationml/2006/main">
  <p:cSld>
    <p:bg>
      <p:bgPr>
        <a:solidFill xmlns:a="http://schemas.openxmlformats.org/drawingml/2006/main">
          <a:srgbClr val="F7F9F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AABD378-54FD-4C65-A16F-48F17F912FB0}"/>
              </a:ext>
            </a:extLst>
          </p:cNvPr>
          <p:cNvSpPr>
            <a:spLocks xmlns:a="http://schemas.openxmlformats.org/drawingml/2006/main" noGrp="1"/>
          </p:cNvSpPr>
          <p:nvPr/>
        </p:nvSpPr>
        <p:spPr>
          <a:xfrm xmlns:a="http://schemas.openxmlformats.org/drawingml/2006/main">
            <a:off x="609600" y="228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75" b="1">
                <a:solidFill>
                  <a:srgbClr val="13747A"/>
                </a:solidFill>
                <a:latin typeface="Apple SD Gothic Neo"/>
                <a:ea typeface="Apple SD Gothic Neo"/>
                <a:cs typeface="Apple SD Gothic Neo"/>
              </a:defRPr>
            </a:defPPr>
            <a:lvl1pPr>
              <a:defRPr sz="1275" b="1">
                <a:solidFill>
                  <a:srgbClr val="13747A"/>
                </a:solidFill>
                <a:latin typeface="Apple SD Gothic Neo"/>
                <a:ea typeface="Apple SD Gothic Neo"/>
                <a:cs typeface="Apple SD Gothic Neo"/>
              </a:defRPr>
            </a:lvl1pPr>
            <a:lvl2pPr>
              <a:defRPr sz="1275" b="1">
                <a:solidFill>
                  <a:srgbClr val="13747A"/>
                </a:solidFill>
                <a:latin typeface="Apple SD Gothic Neo"/>
                <a:ea typeface="Apple SD Gothic Neo"/>
                <a:cs typeface="Apple SD Gothic Neo"/>
              </a:defRPr>
            </a:lvl2pPr>
            <a:lvl3pPr>
              <a:defRPr sz="1275" b="1">
                <a:solidFill>
                  <a:srgbClr val="13747A"/>
                </a:solidFill>
                <a:latin typeface="Apple SD Gothic Neo"/>
                <a:ea typeface="Apple SD Gothic Neo"/>
                <a:cs typeface="Apple SD Gothic Neo"/>
              </a:defRPr>
            </a:lvl3pPr>
            <a:lvl4pPr>
              <a:defRPr sz="1275" b="1">
                <a:solidFill>
                  <a:srgbClr val="13747A"/>
                </a:solidFill>
                <a:latin typeface="Apple SD Gothic Neo"/>
                <a:ea typeface="Apple SD Gothic Neo"/>
                <a:cs typeface="Apple SD Gothic Neo"/>
              </a:defRPr>
            </a:lvl4pPr>
            <a:lvl5pPr>
              <a:defRPr sz="1275" b="1">
                <a:solidFill>
                  <a:srgbClr val="13747A"/>
                </a:solidFill>
                <a:latin typeface="Apple SD Gothic Neo"/>
                <a:ea typeface="Apple SD Gothic Neo"/>
                <a:cs typeface="Apple SD Gothic Neo"/>
              </a:defRPr>
            </a:lvl5pPr>
            <a:lvl6pPr>
              <a:defRPr sz="1275" b="1">
                <a:solidFill>
                  <a:srgbClr val="13747A"/>
                </a:solidFill>
                <a:latin typeface="Apple SD Gothic Neo"/>
                <a:ea typeface="Apple SD Gothic Neo"/>
                <a:cs typeface="Apple SD Gothic Neo"/>
              </a:defRPr>
            </a:lvl6pPr>
            <a:lvl7pPr>
              <a:defRPr sz="1275" b="1">
                <a:solidFill>
                  <a:srgbClr val="13747A"/>
                </a:solidFill>
                <a:latin typeface="Apple SD Gothic Neo"/>
                <a:ea typeface="Apple SD Gothic Neo"/>
                <a:cs typeface="Apple SD Gothic Neo"/>
              </a:defRPr>
            </a:lvl7pPr>
            <a:lvl8pPr>
              <a:defRPr sz="1275" b="1">
                <a:solidFill>
                  <a:srgbClr val="13747A"/>
                </a:solidFill>
                <a:latin typeface="Apple SD Gothic Neo"/>
                <a:ea typeface="Apple SD Gothic Neo"/>
                <a:cs typeface="Apple SD Gothic Neo"/>
              </a:defRPr>
            </a:lvl8pPr>
            <a:lvl9pPr>
              <a:defRPr sz="1275" b="1">
                <a:solidFill>
                  <a:srgbClr val="13747A"/>
                </a:solidFill>
                <a:latin typeface="Apple SD Gothic Neo"/>
                <a:ea typeface="Apple SD Gothic Neo"/>
                <a:cs typeface="Apple SD Gothic Neo"/>
              </a:defRPr>
            </a:lvl9pPr>
          </a:lstStyle>
          <a:p xmlns:a="http://schemas.openxmlformats.org/drawingml/2006/main">
            <a:pPr>
              <a:defRPr sz="1275" b="1">
                <a:solidFill>
                  <a:srgbClr val="13747A"/>
                </a:solidFill>
                <a:latin typeface="Apple SD Gothic Neo"/>
                <a:ea typeface="Apple SD Gothic Neo"/>
                <a:cs typeface="Apple SD Gothic Neo"/>
              </a:defRPr>
            </a:pPr>
            <a:r>
              <a:rPr sz="1275" b="1">
                <a:solidFill>
                  <a:srgbClr val="13747A"/>
                </a:solidFill>
                <a:latin typeface="Apple SD Gothic Neo"/>
                <a:ea typeface="Apple SD Gothic Neo"/>
                <a:cs typeface="Apple SD Gothic Neo"/>
              </a:rPr>
              <a:t>결론 · 지금 사용할 수 있는 기능과 남은 검증</a:t>
            </a:r>
          </a:p>
        </p:txBody>
      </p:sp>
      <p:sp>
        <p:nvSpPr>
          <p:cNvPr id="2" name="">
            <a:extLst xmlns:a="http://schemas.openxmlformats.org/drawingml/2006/main">
              <a:ext uri="{FF2B5EF4-FFF2-40B4-BE49-F238E27FC236}">
                <a16:creationId xmlns:a16="http://schemas.microsoft.com/office/drawing/2014/main" id="{32319FBE-D792-4F85-B87C-6A40F0F38D31}"/>
              </a:ext>
            </a:extLst>
          </p:cNvPr>
          <p:cNvSpPr>
            <a:spLocks xmlns:a="http://schemas.openxmlformats.org/drawingml/2006/main" noGrp="1"/>
          </p:cNvSpPr>
          <p:nvPr/>
        </p:nvSpPr>
        <p:spPr>
          <a:xfrm xmlns:a="http://schemas.openxmlformats.org/drawingml/2006/main">
            <a:off x="609600" y="6858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3150" b="1">
                <a:solidFill>
                  <a:srgbClr val="173643"/>
                </a:solidFill>
                <a:latin typeface="Apple SD Gothic Neo"/>
                <a:ea typeface="Apple SD Gothic Neo"/>
                <a:cs typeface="Apple SD Gothic Neo"/>
              </a:defRPr>
            </a:defPPr>
            <a:lvl1pPr>
              <a:defRPr sz="3150" b="1">
                <a:solidFill>
                  <a:srgbClr val="173643"/>
                </a:solidFill>
                <a:latin typeface="Apple SD Gothic Neo"/>
                <a:ea typeface="Apple SD Gothic Neo"/>
                <a:cs typeface="Apple SD Gothic Neo"/>
              </a:defRPr>
            </a:lvl1pPr>
            <a:lvl2pPr>
              <a:defRPr sz="3150" b="1">
                <a:solidFill>
                  <a:srgbClr val="173643"/>
                </a:solidFill>
                <a:latin typeface="Apple SD Gothic Neo"/>
                <a:ea typeface="Apple SD Gothic Neo"/>
                <a:cs typeface="Apple SD Gothic Neo"/>
              </a:defRPr>
            </a:lvl2pPr>
            <a:lvl3pPr>
              <a:defRPr sz="3150" b="1">
                <a:solidFill>
                  <a:srgbClr val="173643"/>
                </a:solidFill>
                <a:latin typeface="Apple SD Gothic Neo"/>
                <a:ea typeface="Apple SD Gothic Neo"/>
                <a:cs typeface="Apple SD Gothic Neo"/>
              </a:defRPr>
            </a:lvl3pPr>
            <a:lvl4pPr>
              <a:defRPr sz="3150" b="1">
                <a:solidFill>
                  <a:srgbClr val="173643"/>
                </a:solidFill>
                <a:latin typeface="Apple SD Gothic Neo"/>
                <a:ea typeface="Apple SD Gothic Neo"/>
                <a:cs typeface="Apple SD Gothic Neo"/>
              </a:defRPr>
            </a:lvl4pPr>
            <a:lvl5pPr>
              <a:defRPr sz="3150" b="1">
                <a:solidFill>
                  <a:srgbClr val="173643"/>
                </a:solidFill>
                <a:latin typeface="Apple SD Gothic Neo"/>
                <a:ea typeface="Apple SD Gothic Neo"/>
                <a:cs typeface="Apple SD Gothic Neo"/>
              </a:defRPr>
            </a:lvl5pPr>
            <a:lvl6pPr>
              <a:defRPr sz="3150" b="1">
                <a:solidFill>
                  <a:srgbClr val="173643"/>
                </a:solidFill>
                <a:latin typeface="Apple SD Gothic Neo"/>
                <a:ea typeface="Apple SD Gothic Neo"/>
                <a:cs typeface="Apple SD Gothic Neo"/>
              </a:defRPr>
            </a:lvl6pPr>
            <a:lvl7pPr>
              <a:defRPr sz="3150" b="1">
                <a:solidFill>
                  <a:srgbClr val="173643"/>
                </a:solidFill>
                <a:latin typeface="Apple SD Gothic Neo"/>
                <a:ea typeface="Apple SD Gothic Neo"/>
                <a:cs typeface="Apple SD Gothic Neo"/>
              </a:defRPr>
            </a:lvl7pPr>
            <a:lvl8pPr>
              <a:defRPr sz="3150" b="1">
                <a:solidFill>
                  <a:srgbClr val="173643"/>
                </a:solidFill>
                <a:latin typeface="Apple SD Gothic Neo"/>
                <a:ea typeface="Apple SD Gothic Neo"/>
                <a:cs typeface="Apple SD Gothic Neo"/>
              </a:defRPr>
            </a:lvl8pPr>
            <a:lvl9pPr>
              <a:defRPr sz="3150" b="1">
                <a:solidFill>
                  <a:srgbClr val="173643"/>
                </a:solidFill>
                <a:latin typeface="Apple SD Gothic Neo"/>
                <a:ea typeface="Apple SD Gothic Neo"/>
                <a:cs typeface="Apple SD Gothic Neo"/>
              </a:defRPr>
            </a:lvl9pPr>
          </a:lstStyle>
          <a:p xmlns:a="http://schemas.openxmlformats.org/drawingml/2006/main">
            <a:pPr>
              <a:defRPr sz="3150" b="1">
                <a:solidFill>
                  <a:srgbClr val="173643"/>
                </a:solidFill>
                <a:latin typeface="Apple SD Gothic Neo"/>
                <a:ea typeface="Apple SD Gothic Neo"/>
                <a:cs typeface="Apple SD Gothic Neo"/>
              </a:defRPr>
            </a:pPr>
            <a:r>
              <a:rPr sz="3150" b="1">
                <a:solidFill>
                  <a:srgbClr val="173643"/>
                </a:solidFill>
                <a:latin typeface="Apple SD Gothic Neo"/>
                <a:ea typeface="Apple SD Gothic Neo"/>
                <a:cs typeface="Apple SD Gothic Neo"/>
              </a:rPr>
              <a:t>실험 계획부터 결과 확인까지 연결했습니다</a:t>
            </a:r>
          </a:p>
        </p:txBody>
      </p:sp>
      <p:sp>
        <p:nvSpPr>
          <p:cNvPr id="3" name="">
            <a:extLst xmlns:a="http://schemas.openxmlformats.org/drawingml/2006/main">
              <a:ext uri="{FF2B5EF4-FFF2-40B4-BE49-F238E27FC236}">
                <a16:creationId xmlns:a16="http://schemas.microsoft.com/office/drawing/2014/main" id="{816DE2F1-D47B-4B05-B0BD-05C16B1372C4}"/>
              </a:ext>
            </a:extLst>
          </p:cNvPr>
          <p:cNvSpPr>
            <a:spLocks xmlns:a="http://schemas.openxmlformats.org/drawingml/2006/main" noGrp="1"/>
          </p:cNvSpPr>
          <p:nvPr/>
        </p:nvSpPr>
        <p:spPr>
          <a:xfrm xmlns:a="http://schemas.openxmlformats.org/drawingml/2006/main">
            <a:off x="609600" y="6467475"/>
            <a:ext cx="9048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G045 김용찬 · SK AI Leader Academy</a:t>
            </a:r>
          </a:p>
        </p:txBody>
      </p:sp>
      <p:sp>
        <p:nvSpPr>
          <p:cNvPr id="4" name="">
            <a:extLst xmlns:a="http://schemas.openxmlformats.org/drawingml/2006/main">
              <a:ext uri="{FF2B5EF4-FFF2-40B4-BE49-F238E27FC236}">
                <a16:creationId xmlns:a16="http://schemas.microsoft.com/office/drawing/2014/main" id="{B6EBA2E4-B9D5-428B-8C2F-831D8EBB098F}"/>
              </a:ext>
            </a:extLst>
          </p:cNvPr>
          <p:cNvSpPr>
            <a:spLocks xmlns:a="http://schemas.openxmlformats.org/drawingml/2006/main" noGrp="1"/>
          </p:cNvSpPr>
          <p:nvPr/>
        </p:nvSpPr>
        <p:spPr>
          <a:xfrm xmlns:a="http://schemas.openxmlformats.org/drawingml/2006/main">
            <a:off x="10287000" y="6467475"/>
            <a:ext cx="1333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11 / 15</a:t>
            </a:r>
          </a:p>
        </p:txBody>
      </p:sp>
      <p:sp>
        <p:nvSpPr>
          <p:cNvPr id="5" name="">
            <a:extLst xmlns:a="http://schemas.openxmlformats.org/drawingml/2006/main">
              <a:ext uri="{FF2B5EF4-FFF2-40B4-BE49-F238E27FC236}">
                <a16:creationId xmlns:a16="http://schemas.microsoft.com/office/drawing/2014/main" id="{880618B0-12DC-4E1C-A795-7E574561B483}"/>
              </a:ext>
            </a:extLst>
          </p:cNvPr>
          <p:cNvSpPr>
            <a:spLocks xmlns:a="http://schemas.openxmlformats.org/drawingml/2006/main" noGrp="1"/>
          </p:cNvSpPr>
          <p:nvPr/>
        </p:nvSpPr>
        <p:spPr>
          <a:xfrm xmlns:a="http://schemas.openxmlformats.org/drawingml/2006/main">
            <a:off x="609600" y="190500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2175" b="0">
                <a:solidFill>
                  <a:srgbClr val="173643"/>
                </a:solidFill>
                <a:latin typeface="Apple SD Gothic Neo"/>
                <a:ea typeface="Apple SD Gothic Neo"/>
                <a:cs typeface="Apple SD Gothic Neo"/>
              </a:defRPr>
            </a:defPPr>
            <a:lvl1pPr>
              <a:defRPr sz="2175" b="0">
                <a:solidFill>
                  <a:srgbClr val="173643"/>
                </a:solidFill>
                <a:latin typeface="Apple SD Gothic Neo"/>
                <a:ea typeface="Apple SD Gothic Neo"/>
                <a:cs typeface="Apple SD Gothic Neo"/>
              </a:defRPr>
            </a:lvl1pPr>
            <a:lvl2pPr>
              <a:defRPr sz="2175" b="0">
                <a:solidFill>
                  <a:srgbClr val="173643"/>
                </a:solidFill>
                <a:latin typeface="Apple SD Gothic Neo"/>
                <a:ea typeface="Apple SD Gothic Neo"/>
                <a:cs typeface="Apple SD Gothic Neo"/>
              </a:defRPr>
            </a:lvl2pPr>
            <a:lvl3pPr>
              <a:defRPr sz="2175" b="0">
                <a:solidFill>
                  <a:srgbClr val="173643"/>
                </a:solidFill>
                <a:latin typeface="Apple SD Gothic Neo"/>
                <a:ea typeface="Apple SD Gothic Neo"/>
                <a:cs typeface="Apple SD Gothic Neo"/>
              </a:defRPr>
            </a:lvl3pPr>
            <a:lvl4pPr>
              <a:defRPr sz="2175" b="0">
                <a:solidFill>
                  <a:srgbClr val="173643"/>
                </a:solidFill>
                <a:latin typeface="Apple SD Gothic Neo"/>
                <a:ea typeface="Apple SD Gothic Neo"/>
                <a:cs typeface="Apple SD Gothic Neo"/>
              </a:defRPr>
            </a:lvl4pPr>
            <a:lvl5pPr>
              <a:defRPr sz="2175" b="0">
                <a:solidFill>
                  <a:srgbClr val="173643"/>
                </a:solidFill>
                <a:latin typeface="Apple SD Gothic Neo"/>
                <a:ea typeface="Apple SD Gothic Neo"/>
                <a:cs typeface="Apple SD Gothic Neo"/>
              </a:defRPr>
            </a:lvl5pPr>
            <a:lvl6pPr>
              <a:defRPr sz="2175" b="0">
                <a:solidFill>
                  <a:srgbClr val="173643"/>
                </a:solidFill>
                <a:latin typeface="Apple SD Gothic Neo"/>
                <a:ea typeface="Apple SD Gothic Neo"/>
                <a:cs typeface="Apple SD Gothic Neo"/>
              </a:defRPr>
            </a:lvl6pPr>
            <a:lvl7pPr>
              <a:defRPr sz="2175" b="0">
                <a:solidFill>
                  <a:srgbClr val="173643"/>
                </a:solidFill>
                <a:latin typeface="Apple SD Gothic Neo"/>
                <a:ea typeface="Apple SD Gothic Neo"/>
                <a:cs typeface="Apple SD Gothic Neo"/>
              </a:defRPr>
            </a:lvl7pPr>
            <a:lvl8pPr>
              <a:defRPr sz="2175" b="0">
                <a:solidFill>
                  <a:srgbClr val="173643"/>
                </a:solidFill>
                <a:latin typeface="Apple SD Gothic Neo"/>
                <a:ea typeface="Apple SD Gothic Neo"/>
                <a:cs typeface="Apple SD Gothic Neo"/>
              </a:defRPr>
            </a:lvl8pPr>
            <a:lvl9pPr>
              <a:defRPr sz="2175" b="0">
                <a:solidFill>
                  <a:srgbClr val="173643"/>
                </a:solidFill>
                <a:latin typeface="Apple SD Gothic Neo"/>
                <a:ea typeface="Apple SD Gothic Neo"/>
                <a:cs typeface="Apple SD Gothic Neo"/>
              </a:defRPr>
            </a:lvl9pPr>
          </a:lstStyle>
          <a:p xmlns:a="http://schemas.openxmlformats.org/drawingml/2006/main">
            <a:pPr>
              <a:defRPr sz="2175" b="0">
                <a:solidFill>
                  <a:srgbClr val="173643"/>
                </a:solidFill>
                <a:latin typeface="Apple SD Gothic Neo"/>
                <a:ea typeface="Apple SD Gothic Neo"/>
                <a:cs typeface="Apple SD Gothic Neo"/>
              </a:defRPr>
            </a:pPr>
            <a:r>
              <a:rPr sz="2175" b="0">
                <a:solidFill>
                  <a:srgbClr val="173643"/>
                </a:solidFill>
                <a:latin typeface="Apple SD Gothic Neo"/>
                <a:ea typeface="Apple SD Gothic Neo"/>
                <a:cs typeface="Apple SD Gothic Neo"/>
              </a:rPr>
              <a:t>구현: 데이터별 계획·이유, 승인 후 학습, 같은 Test 비교, 재학습·제품별 비교</a:t>
            </a:r>
          </a:p>
        </p:txBody>
      </p:sp>
      <p:sp>
        <p:nvSpPr>
          <p:cNvPr id="6" name="">
            <a:extLst xmlns:a="http://schemas.openxmlformats.org/drawingml/2006/main">
              <a:ext uri="{FF2B5EF4-FFF2-40B4-BE49-F238E27FC236}">
                <a16:creationId xmlns:a16="http://schemas.microsoft.com/office/drawing/2014/main" id="{00788CAC-85D6-4842-957C-12B8D99C53C9}"/>
              </a:ext>
            </a:extLst>
          </p:cNvPr>
          <p:cNvSpPr>
            <a:spLocks xmlns:a="http://schemas.openxmlformats.org/drawingml/2006/main" noGrp="1"/>
          </p:cNvSpPr>
          <p:nvPr/>
        </p:nvSpPr>
        <p:spPr>
          <a:xfrm xmlns:a="http://schemas.openxmlformats.org/drawingml/2006/main">
            <a:off x="609600" y="2962275"/>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2175" b="0">
                <a:solidFill>
                  <a:srgbClr val="173643"/>
                </a:solidFill>
                <a:latin typeface="Apple SD Gothic Neo"/>
                <a:ea typeface="Apple SD Gothic Neo"/>
                <a:cs typeface="Apple SD Gothic Neo"/>
              </a:defRPr>
            </a:defPPr>
            <a:lvl1pPr>
              <a:defRPr sz="2175" b="0">
                <a:solidFill>
                  <a:srgbClr val="173643"/>
                </a:solidFill>
                <a:latin typeface="Apple SD Gothic Neo"/>
                <a:ea typeface="Apple SD Gothic Neo"/>
                <a:cs typeface="Apple SD Gothic Neo"/>
              </a:defRPr>
            </a:lvl1pPr>
            <a:lvl2pPr>
              <a:defRPr sz="2175" b="0">
                <a:solidFill>
                  <a:srgbClr val="173643"/>
                </a:solidFill>
                <a:latin typeface="Apple SD Gothic Neo"/>
                <a:ea typeface="Apple SD Gothic Neo"/>
                <a:cs typeface="Apple SD Gothic Neo"/>
              </a:defRPr>
            </a:lvl2pPr>
            <a:lvl3pPr>
              <a:defRPr sz="2175" b="0">
                <a:solidFill>
                  <a:srgbClr val="173643"/>
                </a:solidFill>
                <a:latin typeface="Apple SD Gothic Neo"/>
                <a:ea typeface="Apple SD Gothic Neo"/>
                <a:cs typeface="Apple SD Gothic Neo"/>
              </a:defRPr>
            </a:lvl3pPr>
            <a:lvl4pPr>
              <a:defRPr sz="2175" b="0">
                <a:solidFill>
                  <a:srgbClr val="173643"/>
                </a:solidFill>
                <a:latin typeface="Apple SD Gothic Neo"/>
                <a:ea typeface="Apple SD Gothic Neo"/>
                <a:cs typeface="Apple SD Gothic Neo"/>
              </a:defRPr>
            </a:lvl4pPr>
            <a:lvl5pPr>
              <a:defRPr sz="2175" b="0">
                <a:solidFill>
                  <a:srgbClr val="173643"/>
                </a:solidFill>
                <a:latin typeface="Apple SD Gothic Neo"/>
                <a:ea typeface="Apple SD Gothic Neo"/>
                <a:cs typeface="Apple SD Gothic Neo"/>
              </a:defRPr>
            </a:lvl5pPr>
            <a:lvl6pPr>
              <a:defRPr sz="2175" b="0">
                <a:solidFill>
                  <a:srgbClr val="173643"/>
                </a:solidFill>
                <a:latin typeface="Apple SD Gothic Neo"/>
                <a:ea typeface="Apple SD Gothic Neo"/>
                <a:cs typeface="Apple SD Gothic Neo"/>
              </a:defRPr>
            </a:lvl6pPr>
            <a:lvl7pPr>
              <a:defRPr sz="2175" b="0">
                <a:solidFill>
                  <a:srgbClr val="173643"/>
                </a:solidFill>
                <a:latin typeface="Apple SD Gothic Neo"/>
                <a:ea typeface="Apple SD Gothic Neo"/>
                <a:cs typeface="Apple SD Gothic Neo"/>
              </a:defRPr>
            </a:lvl7pPr>
            <a:lvl8pPr>
              <a:defRPr sz="2175" b="0">
                <a:solidFill>
                  <a:srgbClr val="173643"/>
                </a:solidFill>
                <a:latin typeface="Apple SD Gothic Neo"/>
                <a:ea typeface="Apple SD Gothic Neo"/>
                <a:cs typeface="Apple SD Gothic Neo"/>
              </a:defRPr>
            </a:lvl8pPr>
            <a:lvl9pPr>
              <a:defRPr sz="2175" b="0">
                <a:solidFill>
                  <a:srgbClr val="173643"/>
                </a:solidFill>
                <a:latin typeface="Apple SD Gothic Neo"/>
                <a:ea typeface="Apple SD Gothic Neo"/>
                <a:cs typeface="Apple SD Gothic Neo"/>
              </a:defRPr>
            </a:lvl9pPr>
          </a:lstStyle>
          <a:p xmlns:a="http://schemas.openxmlformats.org/drawingml/2006/main">
            <a:pPr>
              <a:defRPr sz="2175" b="0">
                <a:solidFill>
                  <a:srgbClr val="173643"/>
                </a:solidFill>
                <a:latin typeface="Apple SD Gothic Neo"/>
                <a:ea typeface="Apple SD Gothic Neo"/>
                <a:cs typeface="Apple SD Gothic Neo"/>
              </a:defRPr>
            </a:pPr>
            <a:r>
              <a:rPr sz="2175" b="0">
                <a:solidFill>
                  <a:srgbClr val="173643"/>
                </a:solidFill>
                <a:latin typeface="Apple SD Gothic Neo"/>
                <a:ea typeface="Apple SD Gothic Neo"/>
                <a:cs typeface="Apple SD Gothic Neo"/>
              </a:rPr>
              <a:t>확인: 실제 학습·모델 파일 저장, MCP 연결, 단위/API 테스트26개 통과</a:t>
            </a:r>
          </a:p>
        </p:txBody>
      </p:sp>
      <p:sp>
        <p:nvSpPr>
          <p:cNvPr id="7" name="">
            <a:extLst xmlns:a="http://schemas.openxmlformats.org/drawingml/2006/main">
              <a:ext uri="{FF2B5EF4-FFF2-40B4-BE49-F238E27FC236}">
                <a16:creationId xmlns:a16="http://schemas.microsoft.com/office/drawing/2014/main" id="{E67151D9-F0FE-41E0-82E9-02FEDB807912}"/>
              </a:ext>
            </a:extLst>
          </p:cNvPr>
          <p:cNvSpPr>
            <a:spLocks xmlns:a="http://schemas.openxmlformats.org/drawingml/2006/main" noGrp="1"/>
          </p:cNvSpPr>
          <p:nvPr/>
        </p:nvSpPr>
        <p:spPr>
          <a:xfrm xmlns:a="http://schemas.openxmlformats.org/drawingml/2006/main">
            <a:off x="609600" y="40195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2175" b="0">
                <a:solidFill>
                  <a:srgbClr val="173643"/>
                </a:solidFill>
                <a:latin typeface="Apple SD Gothic Neo"/>
                <a:ea typeface="Apple SD Gothic Neo"/>
                <a:cs typeface="Apple SD Gothic Neo"/>
              </a:defRPr>
            </a:defPPr>
            <a:lvl1pPr>
              <a:defRPr sz="2175" b="0">
                <a:solidFill>
                  <a:srgbClr val="173643"/>
                </a:solidFill>
                <a:latin typeface="Apple SD Gothic Neo"/>
                <a:ea typeface="Apple SD Gothic Neo"/>
                <a:cs typeface="Apple SD Gothic Neo"/>
              </a:defRPr>
            </a:lvl1pPr>
            <a:lvl2pPr>
              <a:defRPr sz="2175" b="0">
                <a:solidFill>
                  <a:srgbClr val="173643"/>
                </a:solidFill>
                <a:latin typeface="Apple SD Gothic Neo"/>
                <a:ea typeface="Apple SD Gothic Neo"/>
                <a:cs typeface="Apple SD Gothic Neo"/>
              </a:defRPr>
            </a:lvl2pPr>
            <a:lvl3pPr>
              <a:defRPr sz="2175" b="0">
                <a:solidFill>
                  <a:srgbClr val="173643"/>
                </a:solidFill>
                <a:latin typeface="Apple SD Gothic Neo"/>
                <a:ea typeface="Apple SD Gothic Neo"/>
                <a:cs typeface="Apple SD Gothic Neo"/>
              </a:defRPr>
            </a:lvl3pPr>
            <a:lvl4pPr>
              <a:defRPr sz="2175" b="0">
                <a:solidFill>
                  <a:srgbClr val="173643"/>
                </a:solidFill>
                <a:latin typeface="Apple SD Gothic Neo"/>
                <a:ea typeface="Apple SD Gothic Neo"/>
                <a:cs typeface="Apple SD Gothic Neo"/>
              </a:defRPr>
            </a:lvl4pPr>
            <a:lvl5pPr>
              <a:defRPr sz="2175" b="0">
                <a:solidFill>
                  <a:srgbClr val="173643"/>
                </a:solidFill>
                <a:latin typeface="Apple SD Gothic Neo"/>
                <a:ea typeface="Apple SD Gothic Neo"/>
                <a:cs typeface="Apple SD Gothic Neo"/>
              </a:defRPr>
            </a:lvl5pPr>
            <a:lvl6pPr>
              <a:defRPr sz="2175" b="0">
                <a:solidFill>
                  <a:srgbClr val="173643"/>
                </a:solidFill>
                <a:latin typeface="Apple SD Gothic Neo"/>
                <a:ea typeface="Apple SD Gothic Neo"/>
                <a:cs typeface="Apple SD Gothic Neo"/>
              </a:defRPr>
            </a:lvl6pPr>
            <a:lvl7pPr>
              <a:defRPr sz="2175" b="0">
                <a:solidFill>
                  <a:srgbClr val="173643"/>
                </a:solidFill>
                <a:latin typeface="Apple SD Gothic Neo"/>
                <a:ea typeface="Apple SD Gothic Neo"/>
                <a:cs typeface="Apple SD Gothic Neo"/>
              </a:defRPr>
            </a:lvl7pPr>
            <a:lvl8pPr>
              <a:defRPr sz="2175" b="0">
                <a:solidFill>
                  <a:srgbClr val="173643"/>
                </a:solidFill>
                <a:latin typeface="Apple SD Gothic Neo"/>
                <a:ea typeface="Apple SD Gothic Neo"/>
                <a:cs typeface="Apple SD Gothic Neo"/>
              </a:defRPr>
            </a:lvl8pPr>
            <a:lvl9pPr>
              <a:defRPr sz="2175" b="0">
                <a:solidFill>
                  <a:srgbClr val="173643"/>
                </a:solidFill>
                <a:latin typeface="Apple SD Gothic Neo"/>
                <a:ea typeface="Apple SD Gothic Neo"/>
                <a:cs typeface="Apple SD Gothic Neo"/>
              </a:defRPr>
            </a:lvl9pPr>
          </a:lstStyle>
          <a:p xmlns:a="http://schemas.openxmlformats.org/drawingml/2006/main">
            <a:pPr>
              <a:defRPr sz="2175" b="0">
                <a:solidFill>
                  <a:srgbClr val="173643"/>
                </a:solidFill>
                <a:latin typeface="Apple SD Gothic Neo"/>
                <a:ea typeface="Apple SD Gothic Neo"/>
                <a:cs typeface="Apple SD Gothic Neo"/>
              </a:defRPr>
            </a:pPr>
            <a:r>
              <a:rPr sz="2175" b="0">
                <a:solidFill>
                  <a:srgbClr val="173643"/>
                </a:solidFill>
                <a:latin typeface="Apple SD Gothic Neo"/>
                <a:ea typeface="Apple SD Gothic Neo"/>
                <a:cs typeface="Apple SD Gothic Neo"/>
              </a:rPr>
              <a:t>한계: 작은 불량 표본, 합성 데이터, 단일 분할, 반복 Validation 비교</a:t>
            </a:r>
          </a:p>
        </p:txBody>
      </p:sp>
      <p:sp>
        <p:nvSpPr>
          <p:cNvPr id="8" name="">
            <a:extLst xmlns:a="http://schemas.openxmlformats.org/drawingml/2006/main">
              <a:ext uri="{FF2B5EF4-FFF2-40B4-BE49-F238E27FC236}">
                <a16:creationId xmlns:a16="http://schemas.microsoft.com/office/drawing/2014/main" id="{4814064B-D279-4BD0-A831-BDC81239ED1C}"/>
              </a:ext>
            </a:extLst>
          </p:cNvPr>
          <p:cNvSpPr>
            <a:spLocks xmlns:a="http://schemas.openxmlformats.org/drawingml/2006/main" noGrp="1"/>
          </p:cNvSpPr>
          <p:nvPr/>
        </p:nvSpPr>
        <p:spPr>
          <a:xfrm xmlns:a="http://schemas.openxmlformats.org/drawingml/2006/main">
            <a:off x="609600" y="5076825"/>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2175" b="0">
                <a:solidFill>
                  <a:srgbClr val="173643"/>
                </a:solidFill>
                <a:latin typeface="Apple SD Gothic Neo"/>
                <a:ea typeface="Apple SD Gothic Neo"/>
                <a:cs typeface="Apple SD Gothic Neo"/>
              </a:defRPr>
            </a:defPPr>
            <a:lvl1pPr>
              <a:defRPr sz="2175" b="0">
                <a:solidFill>
                  <a:srgbClr val="173643"/>
                </a:solidFill>
                <a:latin typeface="Apple SD Gothic Neo"/>
                <a:ea typeface="Apple SD Gothic Neo"/>
                <a:cs typeface="Apple SD Gothic Neo"/>
              </a:defRPr>
            </a:lvl1pPr>
            <a:lvl2pPr>
              <a:defRPr sz="2175" b="0">
                <a:solidFill>
                  <a:srgbClr val="173643"/>
                </a:solidFill>
                <a:latin typeface="Apple SD Gothic Neo"/>
                <a:ea typeface="Apple SD Gothic Neo"/>
                <a:cs typeface="Apple SD Gothic Neo"/>
              </a:defRPr>
            </a:lvl2pPr>
            <a:lvl3pPr>
              <a:defRPr sz="2175" b="0">
                <a:solidFill>
                  <a:srgbClr val="173643"/>
                </a:solidFill>
                <a:latin typeface="Apple SD Gothic Neo"/>
                <a:ea typeface="Apple SD Gothic Neo"/>
                <a:cs typeface="Apple SD Gothic Neo"/>
              </a:defRPr>
            </a:lvl3pPr>
            <a:lvl4pPr>
              <a:defRPr sz="2175" b="0">
                <a:solidFill>
                  <a:srgbClr val="173643"/>
                </a:solidFill>
                <a:latin typeface="Apple SD Gothic Neo"/>
                <a:ea typeface="Apple SD Gothic Neo"/>
                <a:cs typeface="Apple SD Gothic Neo"/>
              </a:defRPr>
            </a:lvl4pPr>
            <a:lvl5pPr>
              <a:defRPr sz="2175" b="0">
                <a:solidFill>
                  <a:srgbClr val="173643"/>
                </a:solidFill>
                <a:latin typeface="Apple SD Gothic Neo"/>
                <a:ea typeface="Apple SD Gothic Neo"/>
                <a:cs typeface="Apple SD Gothic Neo"/>
              </a:defRPr>
            </a:lvl5pPr>
            <a:lvl6pPr>
              <a:defRPr sz="2175" b="0">
                <a:solidFill>
                  <a:srgbClr val="173643"/>
                </a:solidFill>
                <a:latin typeface="Apple SD Gothic Neo"/>
                <a:ea typeface="Apple SD Gothic Neo"/>
                <a:cs typeface="Apple SD Gothic Neo"/>
              </a:defRPr>
            </a:lvl6pPr>
            <a:lvl7pPr>
              <a:defRPr sz="2175" b="0">
                <a:solidFill>
                  <a:srgbClr val="173643"/>
                </a:solidFill>
                <a:latin typeface="Apple SD Gothic Neo"/>
                <a:ea typeface="Apple SD Gothic Neo"/>
                <a:cs typeface="Apple SD Gothic Neo"/>
              </a:defRPr>
            </a:lvl7pPr>
            <a:lvl8pPr>
              <a:defRPr sz="2175" b="0">
                <a:solidFill>
                  <a:srgbClr val="173643"/>
                </a:solidFill>
                <a:latin typeface="Apple SD Gothic Neo"/>
                <a:ea typeface="Apple SD Gothic Neo"/>
                <a:cs typeface="Apple SD Gothic Neo"/>
              </a:defRPr>
            </a:lvl8pPr>
            <a:lvl9pPr>
              <a:defRPr sz="2175" b="0">
                <a:solidFill>
                  <a:srgbClr val="173643"/>
                </a:solidFill>
                <a:latin typeface="Apple SD Gothic Neo"/>
                <a:ea typeface="Apple SD Gothic Neo"/>
                <a:cs typeface="Apple SD Gothic Neo"/>
              </a:defRPr>
            </a:lvl9pPr>
          </a:lstStyle>
          <a:p xmlns:a="http://schemas.openxmlformats.org/drawingml/2006/main">
            <a:pPr>
              <a:defRPr sz="2175" b="0">
                <a:solidFill>
                  <a:srgbClr val="173643"/>
                </a:solidFill>
                <a:latin typeface="Apple SD Gothic Neo"/>
                <a:ea typeface="Apple SD Gothic Neo"/>
                <a:cs typeface="Apple SD Gothic Neo"/>
              </a:defRPr>
            </a:pPr>
            <a:r>
              <a:rPr sz="2175" b="0">
                <a:solidFill>
                  <a:srgbClr val="173643"/>
                </a:solidFill>
                <a:latin typeface="Apple SD Gothic Neo"/>
                <a:ea typeface="Apple SD Gothic Neo"/>
                <a:cs typeface="Apple SD Gothic Neo"/>
              </a:rPr>
              <a:t>추가 검증: 현장 데이터와 담당자 기준, 독립 기간 평가, 엔지니어 작업 시간 측정</a:t>
            </a:r>
          </a:p>
        </p:txBody>
      </p:sp>
    </p:spTree>
    <p:extLst>
      <p:ext uri="{BB962C8B-B14F-4D97-AF65-F5344CB8AC3E}">
        <p14:creationId xmlns:p14="http://schemas.microsoft.com/office/powerpoint/2010/main" val="467398140"/>
      </p:ext>
    </p:extLst>
  </p:cSld>
</p:sld>
</file>

<file path=ppt/slides/slide12.xml><?xml version="1.0" encoding="utf-8"?>
<p:sld xmlns:p="http://schemas.openxmlformats.org/presentationml/2006/main">
  <p:cSld>
    <p:bg>
      <p:bgPr>
        <a:solidFill xmlns:a="http://schemas.openxmlformats.org/drawingml/2006/main">
          <a:srgbClr val="F7F9F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80BBDEC-2D74-4E9F-9B5E-F317AFCDE034}"/>
              </a:ext>
            </a:extLst>
          </p:cNvPr>
          <p:cNvSpPr>
            <a:spLocks xmlns:a="http://schemas.openxmlformats.org/drawingml/2006/main" noGrp="1"/>
          </p:cNvSpPr>
          <p:nvPr/>
        </p:nvSpPr>
        <p:spPr>
          <a:xfrm xmlns:a="http://schemas.openxmlformats.org/drawingml/2006/main">
            <a:off x="609600" y="228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75" b="1">
                <a:solidFill>
                  <a:srgbClr val="13747A"/>
                </a:solidFill>
                <a:latin typeface="Apple SD Gothic Neo"/>
                <a:ea typeface="Apple SD Gothic Neo"/>
                <a:cs typeface="Apple SD Gothic Neo"/>
              </a:defRPr>
            </a:defPPr>
            <a:lvl1pPr>
              <a:defRPr sz="1275" b="1">
                <a:solidFill>
                  <a:srgbClr val="13747A"/>
                </a:solidFill>
                <a:latin typeface="Apple SD Gothic Neo"/>
                <a:ea typeface="Apple SD Gothic Neo"/>
                <a:cs typeface="Apple SD Gothic Neo"/>
              </a:defRPr>
            </a:lvl1pPr>
            <a:lvl2pPr>
              <a:defRPr sz="1275" b="1">
                <a:solidFill>
                  <a:srgbClr val="13747A"/>
                </a:solidFill>
                <a:latin typeface="Apple SD Gothic Neo"/>
                <a:ea typeface="Apple SD Gothic Neo"/>
                <a:cs typeface="Apple SD Gothic Neo"/>
              </a:defRPr>
            </a:lvl2pPr>
            <a:lvl3pPr>
              <a:defRPr sz="1275" b="1">
                <a:solidFill>
                  <a:srgbClr val="13747A"/>
                </a:solidFill>
                <a:latin typeface="Apple SD Gothic Neo"/>
                <a:ea typeface="Apple SD Gothic Neo"/>
                <a:cs typeface="Apple SD Gothic Neo"/>
              </a:defRPr>
            </a:lvl3pPr>
            <a:lvl4pPr>
              <a:defRPr sz="1275" b="1">
                <a:solidFill>
                  <a:srgbClr val="13747A"/>
                </a:solidFill>
                <a:latin typeface="Apple SD Gothic Neo"/>
                <a:ea typeface="Apple SD Gothic Neo"/>
                <a:cs typeface="Apple SD Gothic Neo"/>
              </a:defRPr>
            </a:lvl4pPr>
            <a:lvl5pPr>
              <a:defRPr sz="1275" b="1">
                <a:solidFill>
                  <a:srgbClr val="13747A"/>
                </a:solidFill>
                <a:latin typeface="Apple SD Gothic Neo"/>
                <a:ea typeface="Apple SD Gothic Neo"/>
                <a:cs typeface="Apple SD Gothic Neo"/>
              </a:defRPr>
            </a:lvl5pPr>
            <a:lvl6pPr>
              <a:defRPr sz="1275" b="1">
                <a:solidFill>
                  <a:srgbClr val="13747A"/>
                </a:solidFill>
                <a:latin typeface="Apple SD Gothic Neo"/>
                <a:ea typeface="Apple SD Gothic Neo"/>
                <a:cs typeface="Apple SD Gothic Neo"/>
              </a:defRPr>
            </a:lvl6pPr>
            <a:lvl7pPr>
              <a:defRPr sz="1275" b="1">
                <a:solidFill>
                  <a:srgbClr val="13747A"/>
                </a:solidFill>
                <a:latin typeface="Apple SD Gothic Neo"/>
                <a:ea typeface="Apple SD Gothic Neo"/>
                <a:cs typeface="Apple SD Gothic Neo"/>
              </a:defRPr>
            </a:lvl7pPr>
            <a:lvl8pPr>
              <a:defRPr sz="1275" b="1">
                <a:solidFill>
                  <a:srgbClr val="13747A"/>
                </a:solidFill>
                <a:latin typeface="Apple SD Gothic Neo"/>
                <a:ea typeface="Apple SD Gothic Neo"/>
                <a:cs typeface="Apple SD Gothic Neo"/>
              </a:defRPr>
            </a:lvl8pPr>
            <a:lvl9pPr>
              <a:defRPr sz="1275" b="1">
                <a:solidFill>
                  <a:srgbClr val="13747A"/>
                </a:solidFill>
                <a:latin typeface="Apple SD Gothic Neo"/>
                <a:ea typeface="Apple SD Gothic Neo"/>
                <a:cs typeface="Apple SD Gothic Neo"/>
              </a:defRPr>
            </a:lvl9pPr>
          </a:lstStyle>
          <a:p xmlns:a="http://schemas.openxmlformats.org/drawingml/2006/main">
            <a:pPr>
              <a:defRPr sz="1275" b="1">
                <a:solidFill>
                  <a:srgbClr val="13747A"/>
                </a:solidFill>
                <a:latin typeface="Apple SD Gothic Neo"/>
                <a:ea typeface="Apple SD Gothic Neo"/>
                <a:cs typeface="Apple SD Gothic Neo"/>
              </a:defRPr>
            </a:pPr>
            <a:r>
              <a:rPr sz="1275" b="1">
                <a:solidFill>
                  <a:srgbClr val="13747A"/>
                </a:solidFill>
                <a:latin typeface="Apple SD Gothic Neo"/>
                <a:ea typeface="Apple SD Gothic Neo"/>
                <a:cs typeface="Apple SD Gothic Neo"/>
              </a:rPr>
              <a:t>부록 · Agent와 엔지니어의 역할</a:t>
            </a:r>
          </a:p>
        </p:txBody>
      </p:sp>
      <p:sp>
        <p:nvSpPr>
          <p:cNvPr id="2" name="">
            <a:extLst xmlns:a="http://schemas.openxmlformats.org/drawingml/2006/main">
              <a:ext uri="{FF2B5EF4-FFF2-40B4-BE49-F238E27FC236}">
                <a16:creationId xmlns:a16="http://schemas.microsoft.com/office/drawing/2014/main" id="{52922214-4912-428E-9792-0358E38D391F}"/>
              </a:ext>
            </a:extLst>
          </p:cNvPr>
          <p:cNvSpPr>
            <a:spLocks xmlns:a="http://schemas.openxmlformats.org/drawingml/2006/main" noGrp="1"/>
          </p:cNvSpPr>
          <p:nvPr/>
        </p:nvSpPr>
        <p:spPr>
          <a:xfrm xmlns:a="http://schemas.openxmlformats.org/drawingml/2006/main">
            <a:off x="609600" y="6858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3150" b="1">
                <a:solidFill>
                  <a:srgbClr val="173643"/>
                </a:solidFill>
                <a:latin typeface="Apple SD Gothic Neo"/>
                <a:ea typeface="Apple SD Gothic Neo"/>
                <a:cs typeface="Apple SD Gothic Neo"/>
              </a:defRPr>
            </a:defPPr>
            <a:lvl1pPr>
              <a:defRPr sz="3150" b="1">
                <a:solidFill>
                  <a:srgbClr val="173643"/>
                </a:solidFill>
                <a:latin typeface="Apple SD Gothic Neo"/>
                <a:ea typeface="Apple SD Gothic Neo"/>
                <a:cs typeface="Apple SD Gothic Neo"/>
              </a:defRPr>
            </a:lvl1pPr>
            <a:lvl2pPr>
              <a:defRPr sz="3150" b="1">
                <a:solidFill>
                  <a:srgbClr val="173643"/>
                </a:solidFill>
                <a:latin typeface="Apple SD Gothic Neo"/>
                <a:ea typeface="Apple SD Gothic Neo"/>
                <a:cs typeface="Apple SD Gothic Neo"/>
              </a:defRPr>
            </a:lvl2pPr>
            <a:lvl3pPr>
              <a:defRPr sz="3150" b="1">
                <a:solidFill>
                  <a:srgbClr val="173643"/>
                </a:solidFill>
                <a:latin typeface="Apple SD Gothic Neo"/>
                <a:ea typeface="Apple SD Gothic Neo"/>
                <a:cs typeface="Apple SD Gothic Neo"/>
              </a:defRPr>
            </a:lvl3pPr>
            <a:lvl4pPr>
              <a:defRPr sz="3150" b="1">
                <a:solidFill>
                  <a:srgbClr val="173643"/>
                </a:solidFill>
                <a:latin typeface="Apple SD Gothic Neo"/>
                <a:ea typeface="Apple SD Gothic Neo"/>
                <a:cs typeface="Apple SD Gothic Neo"/>
              </a:defRPr>
            </a:lvl4pPr>
            <a:lvl5pPr>
              <a:defRPr sz="3150" b="1">
                <a:solidFill>
                  <a:srgbClr val="173643"/>
                </a:solidFill>
                <a:latin typeface="Apple SD Gothic Neo"/>
                <a:ea typeface="Apple SD Gothic Neo"/>
                <a:cs typeface="Apple SD Gothic Neo"/>
              </a:defRPr>
            </a:lvl5pPr>
            <a:lvl6pPr>
              <a:defRPr sz="3150" b="1">
                <a:solidFill>
                  <a:srgbClr val="173643"/>
                </a:solidFill>
                <a:latin typeface="Apple SD Gothic Neo"/>
                <a:ea typeface="Apple SD Gothic Neo"/>
                <a:cs typeface="Apple SD Gothic Neo"/>
              </a:defRPr>
            </a:lvl6pPr>
            <a:lvl7pPr>
              <a:defRPr sz="3150" b="1">
                <a:solidFill>
                  <a:srgbClr val="173643"/>
                </a:solidFill>
                <a:latin typeface="Apple SD Gothic Neo"/>
                <a:ea typeface="Apple SD Gothic Neo"/>
                <a:cs typeface="Apple SD Gothic Neo"/>
              </a:defRPr>
            </a:lvl7pPr>
            <a:lvl8pPr>
              <a:defRPr sz="3150" b="1">
                <a:solidFill>
                  <a:srgbClr val="173643"/>
                </a:solidFill>
                <a:latin typeface="Apple SD Gothic Neo"/>
                <a:ea typeface="Apple SD Gothic Neo"/>
                <a:cs typeface="Apple SD Gothic Neo"/>
              </a:defRPr>
            </a:lvl8pPr>
            <a:lvl9pPr>
              <a:defRPr sz="3150" b="1">
                <a:solidFill>
                  <a:srgbClr val="173643"/>
                </a:solidFill>
                <a:latin typeface="Apple SD Gothic Neo"/>
                <a:ea typeface="Apple SD Gothic Neo"/>
                <a:cs typeface="Apple SD Gothic Neo"/>
              </a:defRPr>
            </a:lvl9pPr>
          </a:lstStyle>
          <a:p xmlns:a="http://schemas.openxmlformats.org/drawingml/2006/main">
            <a:pPr>
              <a:defRPr sz="3150" b="1">
                <a:solidFill>
                  <a:srgbClr val="173643"/>
                </a:solidFill>
                <a:latin typeface="Apple SD Gothic Neo"/>
                <a:ea typeface="Apple SD Gothic Neo"/>
                <a:cs typeface="Apple SD Gothic Neo"/>
              </a:defRPr>
            </a:pPr>
            <a:r>
              <a:rPr sz="3150" b="1">
                <a:solidFill>
                  <a:srgbClr val="173643"/>
                </a:solidFill>
                <a:latin typeface="Apple SD Gothic Neo"/>
                <a:ea typeface="Apple SD Gothic Neo"/>
                <a:cs typeface="Apple SD Gothic Neo"/>
              </a:rPr>
              <a:t>판단 근거를 제안하고, 승인 뒤 도구를 실행합니다</a:t>
            </a:r>
          </a:p>
        </p:txBody>
      </p:sp>
      <p:sp>
        <p:nvSpPr>
          <p:cNvPr id="3" name="">
            <a:extLst xmlns:a="http://schemas.openxmlformats.org/drawingml/2006/main">
              <a:ext uri="{FF2B5EF4-FFF2-40B4-BE49-F238E27FC236}">
                <a16:creationId xmlns:a16="http://schemas.microsoft.com/office/drawing/2014/main" id="{E71C6507-C94B-41B4-8720-8C853AEC9015}"/>
              </a:ext>
            </a:extLst>
          </p:cNvPr>
          <p:cNvSpPr>
            <a:spLocks xmlns:a="http://schemas.openxmlformats.org/drawingml/2006/main" noGrp="1"/>
          </p:cNvSpPr>
          <p:nvPr/>
        </p:nvSpPr>
        <p:spPr>
          <a:xfrm xmlns:a="http://schemas.openxmlformats.org/drawingml/2006/main">
            <a:off x="609600" y="6467475"/>
            <a:ext cx="9048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G045 김용찬 · SK AI Leader Academy</a:t>
            </a:r>
          </a:p>
        </p:txBody>
      </p:sp>
      <p:sp>
        <p:nvSpPr>
          <p:cNvPr id="4" name="">
            <a:extLst xmlns:a="http://schemas.openxmlformats.org/drawingml/2006/main">
              <a:ext uri="{FF2B5EF4-FFF2-40B4-BE49-F238E27FC236}">
                <a16:creationId xmlns:a16="http://schemas.microsoft.com/office/drawing/2014/main" id="{528B4E77-276D-45C2-85E3-C88FC7A60C58}"/>
              </a:ext>
            </a:extLst>
          </p:cNvPr>
          <p:cNvSpPr>
            <a:spLocks xmlns:a="http://schemas.openxmlformats.org/drawingml/2006/main" noGrp="1"/>
          </p:cNvSpPr>
          <p:nvPr/>
        </p:nvSpPr>
        <p:spPr>
          <a:xfrm xmlns:a="http://schemas.openxmlformats.org/drawingml/2006/main">
            <a:off x="10287000" y="6467475"/>
            <a:ext cx="1333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12 / 15</a:t>
            </a:r>
          </a:p>
        </p:txBody>
      </p:sp>
      <p:sp>
        <p:nvSpPr>
          <p:cNvPr id="5" name="">
            <a:extLst xmlns:a="http://schemas.openxmlformats.org/drawingml/2006/main">
              <a:ext uri="{FF2B5EF4-FFF2-40B4-BE49-F238E27FC236}">
                <a16:creationId xmlns:a16="http://schemas.microsoft.com/office/drawing/2014/main" id="{FA826872-B1E1-4CA7-B94B-7A174D23D053}"/>
              </a:ext>
            </a:extLst>
          </p:cNvPr>
          <p:cNvSpPr>
            <a:spLocks xmlns:a="http://schemas.openxmlformats.org/drawingml/2006/main" noGrp="1"/>
          </p:cNvSpPr>
          <p:nvPr/>
        </p:nvSpPr>
        <p:spPr>
          <a:xfrm xmlns:a="http://schemas.openxmlformats.org/drawingml/2006/main">
            <a:off x="609600" y="194310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2250" b="0">
                <a:solidFill>
                  <a:srgbClr val="173643"/>
                </a:solidFill>
                <a:latin typeface="Apple SD Gothic Neo"/>
                <a:ea typeface="Apple SD Gothic Neo"/>
                <a:cs typeface="Apple SD Gothic Neo"/>
              </a:defRPr>
            </a:defPPr>
            <a:lvl1pPr>
              <a:defRPr sz="2250" b="0">
                <a:solidFill>
                  <a:srgbClr val="173643"/>
                </a:solidFill>
                <a:latin typeface="Apple SD Gothic Neo"/>
                <a:ea typeface="Apple SD Gothic Neo"/>
                <a:cs typeface="Apple SD Gothic Neo"/>
              </a:defRPr>
            </a:lvl1pPr>
            <a:lvl2pPr>
              <a:defRPr sz="2250" b="0">
                <a:solidFill>
                  <a:srgbClr val="173643"/>
                </a:solidFill>
                <a:latin typeface="Apple SD Gothic Neo"/>
                <a:ea typeface="Apple SD Gothic Neo"/>
                <a:cs typeface="Apple SD Gothic Neo"/>
              </a:defRPr>
            </a:lvl2pPr>
            <a:lvl3pPr>
              <a:defRPr sz="2250" b="0">
                <a:solidFill>
                  <a:srgbClr val="173643"/>
                </a:solidFill>
                <a:latin typeface="Apple SD Gothic Neo"/>
                <a:ea typeface="Apple SD Gothic Neo"/>
                <a:cs typeface="Apple SD Gothic Neo"/>
              </a:defRPr>
            </a:lvl3pPr>
            <a:lvl4pPr>
              <a:defRPr sz="2250" b="0">
                <a:solidFill>
                  <a:srgbClr val="173643"/>
                </a:solidFill>
                <a:latin typeface="Apple SD Gothic Neo"/>
                <a:ea typeface="Apple SD Gothic Neo"/>
                <a:cs typeface="Apple SD Gothic Neo"/>
              </a:defRPr>
            </a:lvl4pPr>
            <a:lvl5pPr>
              <a:defRPr sz="2250" b="0">
                <a:solidFill>
                  <a:srgbClr val="173643"/>
                </a:solidFill>
                <a:latin typeface="Apple SD Gothic Neo"/>
                <a:ea typeface="Apple SD Gothic Neo"/>
                <a:cs typeface="Apple SD Gothic Neo"/>
              </a:defRPr>
            </a:lvl5pPr>
            <a:lvl6pPr>
              <a:defRPr sz="2250" b="0">
                <a:solidFill>
                  <a:srgbClr val="173643"/>
                </a:solidFill>
                <a:latin typeface="Apple SD Gothic Neo"/>
                <a:ea typeface="Apple SD Gothic Neo"/>
                <a:cs typeface="Apple SD Gothic Neo"/>
              </a:defRPr>
            </a:lvl6pPr>
            <a:lvl7pPr>
              <a:defRPr sz="2250" b="0">
                <a:solidFill>
                  <a:srgbClr val="173643"/>
                </a:solidFill>
                <a:latin typeface="Apple SD Gothic Neo"/>
                <a:ea typeface="Apple SD Gothic Neo"/>
                <a:cs typeface="Apple SD Gothic Neo"/>
              </a:defRPr>
            </a:lvl7pPr>
            <a:lvl8pPr>
              <a:defRPr sz="2250" b="0">
                <a:solidFill>
                  <a:srgbClr val="173643"/>
                </a:solidFill>
                <a:latin typeface="Apple SD Gothic Neo"/>
                <a:ea typeface="Apple SD Gothic Neo"/>
                <a:cs typeface="Apple SD Gothic Neo"/>
              </a:defRPr>
            </a:lvl8pPr>
            <a:lvl9pPr>
              <a:defRPr sz="2250" b="0">
                <a:solidFill>
                  <a:srgbClr val="173643"/>
                </a:solidFill>
                <a:latin typeface="Apple SD Gothic Neo"/>
                <a:ea typeface="Apple SD Gothic Neo"/>
                <a:cs typeface="Apple SD Gothic Neo"/>
              </a:defRPr>
            </a:lvl9pPr>
          </a:lstStyle>
          <a:p xmlns:a="http://schemas.openxmlformats.org/drawingml/2006/main">
            <a:pPr>
              <a:defRPr sz="2250" b="0">
                <a:solidFill>
                  <a:srgbClr val="173643"/>
                </a:solidFill>
                <a:latin typeface="Apple SD Gothic Neo"/>
                <a:ea typeface="Apple SD Gothic Neo"/>
                <a:cs typeface="Apple SD Gothic Neo"/>
              </a:defRPr>
            </a:pPr>
            <a:r>
              <a:rPr sz="2250" b="0">
                <a:solidFill>
                  <a:srgbClr val="173643"/>
                </a:solidFill>
                <a:latin typeface="Apple SD Gothic Neo"/>
                <a:ea typeface="Apple SD Gothic Neo"/>
                <a:cs typeface="Apple SD Gothic Neo"/>
              </a:rPr>
              <a:t>LangGraph: 데이터 점검, 실험 계획, 결과 검토 역할 분리</a:t>
            </a:r>
          </a:p>
        </p:txBody>
      </p:sp>
      <p:sp>
        <p:nvSpPr>
          <p:cNvPr id="6" name="">
            <a:extLst xmlns:a="http://schemas.openxmlformats.org/drawingml/2006/main">
              <a:ext uri="{FF2B5EF4-FFF2-40B4-BE49-F238E27FC236}">
                <a16:creationId xmlns:a16="http://schemas.microsoft.com/office/drawing/2014/main" id="{B650EC13-B8C9-487E-A526-6DFFD4F52EB0}"/>
              </a:ext>
            </a:extLst>
          </p:cNvPr>
          <p:cNvSpPr>
            <a:spLocks xmlns:a="http://schemas.openxmlformats.org/drawingml/2006/main" noGrp="1"/>
          </p:cNvSpPr>
          <p:nvPr/>
        </p:nvSpPr>
        <p:spPr>
          <a:xfrm xmlns:a="http://schemas.openxmlformats.org/drawingml/2006/main">
            <a:off x="609600" y="29527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2250" b="0">
                <a:solidFill>
                  <a:srgbClr val="173643"/>
                </a:solidFill>
                <a:latin typeface="Apple SD Gothic Neo"/>
                <a:ea typeface="Apple SD Gothic Neo"/>
                <a:cs typeface="Apple SD Gothic Neo"/>
              </a:defRPr>
            </a:defPPr>
            <a:lvl1pPr>
              <a:defRPr sz="2250" b="0">
                <a:solidFill>
                  <a:srgbClr val="173643"/>
                </a:solidFill>
                <a:latin typeface="Apple SD Gothic Neo"/>
                <a:ea typeface="Apple SD Gothic Neo"/>
                <a:cs typeface="Apple SD Gothic Neo"/>
              </a:defRPr>
            </a:lvl1pPr>
            <a:lvl2pPr>
              <a:defRPr sz="2250" b="0">
                <a:solidFill>
                  <a:srgbClr val="173643"/>
                </a:solidFill>
                <a:latin typeface="Apple SD Gothic Neo"/>
                <a:ea typeface="Apple SD Gothic Neo"/>
                <a:cs typeface="Apple SD Gothic Neo"/>
              </a:defRPr>
            </a:lvl2pPr>
            <a:lvl3pPr>
              <a:defRPr sz="2250" b="0">
                <a:solidFill>
                  <a:srgbClr val="173643"/>
                </a:solidFill>
                <a:latin typeface="Apple SD Gothic Neo"/>
                <a:ea typeface="Apple SD Gothic Neo"/>
                <a:cs typeface="Apple SD Gothic Neo"/>
              </a:defRPr>
            </a:lvl3pPr>
            <a:lvl4pPr>
              <a:defRPr sz="2250" b="0">
                <a:solidFill>
                  <a:srgbClr val="173643"/>
                </a:solidFill>
                <a:latin typeface="Apple SD Gothic Neo"/>
                <a:ea typeface="Apple SD Gothic Neo"/>
                <a:cs typeface="Apple SD Gothic Neo"/>
              </a:defRPr>
            </a:lvl4pPr>
            <a:lvl5pPr>
              <a:defRPr sz="2250" b="0">
                <a:solidFill>
                  <a:srgbClr val="173643"/>
                </a:solidFill>
                <a:latin typeface="Apple SD Gothic Neo"/>
                <a:ea typeface="Apple SD Gothic Neo"/>
                <a:cs typeface="Apple SD Gothic Neo"/>
              </a:defRPr>
            </a:lvl5pPr>
            <a:lvl6pPr>
              <a:defRPr sz="2250" b="0">
                <a:solidFill>
                  <a:srgbClr val="173643"/>
                </a:solidFill>
                <a:latin typeface="Apple SD Gothic Neo"/>
                <a:ea typeface="Apple SD Gothic Neo"/>
                <a:cs typeface="Apple SD Gothic Neo"/>
              </a:defRPr>
            </a:lvl6pPr>
            <a:lvl7pPr>
              <a:defRPr sz="2250" b="0">
                <a:solidFill>
                  <a:srgbClr val="173643"/>
                </a:solidFill>
                <a:latin typeface="Apple SD Gothic Neo"/>
                <a:ea typeface="Apple SD Gothic Neo"/>
                <a:cs typeface="Apple SD Gothic Neo"/>
              </a:defRPr>
            </a:lvl7pPr>
            <a:lvl8pPr>
              <a:defRPr sz="2250" b="0">
                <a:solidFill>
                  <a:srgbClr val="173643"/>
                </a:solidFill>
                <a:latin typeface="Apple SD Gothic Neo"/>
                <a:ea typeface="Apple SD Gothic Neo"/>
                <a:cs typeface="Apple SD Gothic Neo"/>
              </a:defRPr>
            </a:lvl8pPr>
            <a:lvl9pPr>
              <a:defRPr sz="2250" b="0">
                <a:solidFill>
                  <a:srgbClr val="173643"/>
                </a:solidFill>
                <a:latin typeface="Apple SD Gothic Neo"/>
                <a:ea typeface="Apple SD Gothic Neo"/>
                <a:cs typeface="Apple SD Gothic Neo"/>
              </a:defRPr>
            </a:lvl9pPr>
          </a:lstStyle>
          <a:p xmlns:a="http://schemas.openxmlformats.org/drawingml/2006/main">
            <a:pPr>
              <a:defRPr sz="2250" b="0">
                <a:solidFill>
                  <a:srgbClr val="173643"/>
                </a:solidFill>
                <a:latin typeface="Apple SD Gothic Neo"/>
                <a:ea typeface="Apple SD Gothic Neo"/>
                <a:cs typeface="Apple SD Gothic Neo"/>
              </a:defRPr>
            </a:pPr>
            <a:r>
              <a:rPr sz="2250" b="0">
                <a:solidFill>
                  <a:srgbClr val="173643"/>
                </a:solidFill>
                <a:latin typeface="Apple SD Gothic Neo"/>
                <a:ea typeface="Apple SD Gothic Neo"/>
                <a:cs typeface="Apple SD Gothic Neo"/>
              </a:rPr>
              <a:t>RAG: 데이터·모델 근거를 검색해 실험 계획 설명에 연결</a:t>
            </a:r>
          </a:p>
        </p:txBody>
      </p:sp>
      <p:sp>
        <p:nvSpPr>
          <p:cNvPr id="7" name="">
            <a:extLst xmlns:a="http://schemas.openxmlformats.org/drawingml/2006/main">
              <a:ext uri="{FF2B5EF4-FFF2-40B4-BE49-F238E27FC236}">
                <a16:creationId xmlns:a16="http://schemas.microsoft.com/office/drawing/2014/main" id="{18CE8FE4-8F2F-4160-B7B3-62A269308866}"/>
              </a:ext>
            </a:extLst>
          </p:cNvPr>
          <p:cNvSpPr>
            <a:spLocks xmlns:a="http://schemas.openxmlformats.org/drawingml/2006/main" noGrp="1"/>
          </p:cNvSpPr>
          <p:nvPr/>
        </p:nvSpPr>
        <p:spPr>
          <a:xfrm xmlns:a="http://schemas.openxmlformats.org/drawingml/2006/main">
            <a:off x="609600" y="396240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2250" b="0">
                <a:solidFill>
                  <a:srgbClr val="173643"/>
                </a:solidFill>
                <a:latin typeface="Apple SD Gothic Neo"/>
                <a:ea typeface="Apple SD Gothic Neo"/>
                <a:cs typeface="Apple SD Gothic Neo"/>
              </a:defRPr>
            </a:defPPr>
            <a:lvl1pPr>
              <a:defRPr sz="2250" b="0">
                <a:solidFill>
                  <a:srgbClr val="173643"/>
                </a:solidFill>
                <a:latin typeface="Apple SD Gothic Neo"/>
                <a:ea typeface="Apple SD Gothic Neo"/>
                <a:cs typeface="Apple SD Gothic Neo"/>
              </a:defRPr>
            </a:lvl1pPr>
            <a:lvl2pPr>
              <a:defRPr sz="2250" b="0">
                <a:solidFill>
                  <a:srgbClr val="173643"/>
                </a:solidFill>
                <a:latin typeface="Apple SD Gothic Neo"/>
                <a:ea typeface="Apple SD Gothic Neo"/>
                <a:cs typeface="Apple SD Gothic Neo"/>
              </a:defRPr>
            </a:lvl2pPr>
            <a:lvl3pPr>
              <a:defRPr sz="2250" b="0">
                <a:solidFill>
                  <a:srgbClr val="173643"/>
                </a:solidFill>
                <a:latin typeface="Apple SD Gothic Neo"/>
                <a:ea typeface="Apple SD Gothic Neo"/>
                <a:cs typeface="Apple SD Gothic Neo"/>
              </a:defRPr>
            </a:lvl3pPr>
            <a:lvl4pPr>
              <a:defRPr sz="2250" b="0">
                <a:solidFill>
                  <a:srgbClr val="173643"/>
                </a:solidFill>
                <a:latin typeface="Apple SD Gothic Neo"/>
                <a:ea typeface="Apple SD Gothic Neo"/>
                <a:cs typeface="Apple SD Gothic Neo"/>
              </a:defRPr>
            </a:lvl4pPr>
            <a:lvl5pPr>
              <a:defRPr sz="2250" b="0">
                <a:solidFill>
                  <a:srgbClr val="173643"/>
                </a:solidFill>
                <a:latin typeface="Apple SD Gothic Neo"/>
                <a:ea typeface="Apple SD Gothic Neo"/>
                <a:cs typeface="Apple SD Gothic Neo"/>
              </a:defRPr>
            </a:lvl5pPr>
            <a:lvl6pPr>
              <a:defRPr sz="2250" b="0">
                <a:solidFill>
                  <a:srgbClr val="173643"/>
                </a:solidFill>
                <a:latin typeface="Apple SD Gothic Neo"/>
                <a:ea typeface="Apple SD Gothic Neo"/>
                <a:cs typeface="Apple SD Gothic Neo"/>
              </a:defRPr>
            </a:lvl6pPr>
            <a:lvl7pPr>
              <a:defRPr sz="2250" b="0">
                <a:solidFill>
                  <a:srgbClr val="173643"/>
                </a:solidFill>
                <a:latin typeface="Apple SD Gothic Neo"/>
                <a:ea typeface="Apple SD Gothic Neo"/>
                <a:cs typeface="Apple SD Gothic Neo"/>
              </a:defRPr>
            </a:lvl7pPr>
            <a:lvl8pPr>
              <a:defRPr sz="2250" b="0">
                <a:solidFill>
                  <a:srgbClr val="173643"/>
                </a:solidFill>
                <a:latin typeface="Apple SD Gothic Neo"/>
                <a:ea typeface="Apple SD Gothic Neo"/>
                <a:cs typeface="Apple SD Gothic Neo"/>
              </a:defRPr>
            </a:lvl8pPr>
            <a:lvl9pPr>
              <a:defRPr sz="2250" b="0">
                <a:solidFill>
                  <a:srgbClr val="173643"/>
                </a:solidFill>
                <a:latin typeface="Apple SD Gothic Neo"/>
                <a:ea typeface="Apple SD Gothic Neo"/>
                <a:cs typeface="Apple SD Gothic Neo"/>
              </a:defRPr>
            </a:lvl9pPr>
          </a:lstStyle>
          <a:p xmlns:a="http://schemas.openxmlformats.org/drawingml/2006/main">
            <a:pPr>
              <a:defRPr sz="2250" b="0">
                <a:solidFill>
                  <a:srgbClr val="173643"/>
                </a:solidFill>
                <a:latin typeface="Apple SD Gothic Neo"/>
                <a:ea typeface="Apple SD Gothic Neo"/>
                <a:cs typeface="Apple SD Gothic Neo"/>
              </a:defRPr>
            </a:pPr>
            <a:r>
              <a:rPr sz="2250" b="0">
                <a:solidFill>
                  <a:srgbClr val="173643"/>
                </a:solidFill>
                <a:latin typeface="Apple SD Gothic Neo"/>
                <a:ea typeface="Apple SD Gothic Neo"/>
                <a:cs typeface="Apple SD Gothic Neo"/>
              </a:rPr>
              <a:t>로컬 Qwen: 응답 검사 실패 시 규칙 설명 사용</a:t>
            </a:r>
          </a:p>
        </p:txBody>
      </p:sp>
      <p:sp>
        <p:nvSpPr>
          <p:cNvPr id="8" name="">
            <a:extLst xmlns:a="http://schemas.openxmlformats.org/drawingml/2006/main">
              <a:ext uri="{FF2B5EF4-FFF2-40B4-BE49-F238E27FC236}">
                <a16:creationId xmlns:a16="http://schemas.microsoft.com/office/drawing/2014/main" id="{97FEAE06-6691-4BAD-9B1E-631FC8949325}"/>
              </a:ext>
            </a:extLst>
          </p:cNvPr>
          <p:cNvSpPr>
            <a:spLocks xmlns:a="http://schemas.openxmlformats.org/drawingml/2006/main" noGrp="1"/>
          </p:cNvSpPr>
          <p:nvPr/>
        </p:nvSpPr>
        <p:spPr>
          <a:xfrm xmlns:a="http://schemas.openxmlformats.org/drawingml/2006/main">
            <a:off x="609600" y="49720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2250" b="0">
                <a:solidFill>
                  <a:srgbClr val="173643"/>
                </a:solidFill>
                <a:latin typeface="Apple SD Gothic Neo"/>
                <a:ea typeface="Apple SD Gothic Neo"/>
                <a:cs typeface="Apple SD Gothic Neo"/>
              </a:defRPr>
            </a:defPPr>
            <a:lvl1pPr>
              <a:defRPr sz="2250" b="0">
                <a:solidFill>
                  <a:srgbClr val="173643"/>
                </a:solidFill>
                <a:latin typeface="Apple SD Gothic Neo"/>
                <a:ea typeface="Apple SD Gothic Neo"/>
                <a:cs typeface="Apple SD Gothic Neo"/>
              </a:defRPr>
            </a:lvl1pPr>
            <a:lvl2pPr>
              <a:defRPr sz="2250" b="0">
                <a:solidFill>
                  <a:srgbClr val="173643"/>
                </a:solidFill>
                <a:latin typeface="Apple SD Gothic Neo"/>
                <a:ea typeface="Apple SD Gothic Neo"/>
                <a:cs typeface="Apple SD Gothic Neo"/>
              </a:defRPr>
            </a:lvl2pPr>
            <a:lvl3pPr>
              <a:defRPr sz="2250" b="0">
                <a:solidFill>
                  <a:srgbClr val="173643"/>
                </a:solidFill>
                <a:latin typeface="Apple SD Gothic Neo"/>
                <a:ea typeface="Apple SD Gothic Neo"/>
                <a:cs typeface="Apple SD Gothic Neo"/>
              </a:defRPr>
            </a:lvl3pPr>
            <a:lvl4pPr>
              <a:defRPr sz="2250" b="0">
                <a:solidFill>
                  <a:srgbClr val="173643"/>
                </a:solidFill>
                <a:latin typeface="Apple SD Gothic Neo"/>
                <a:ea typeface="Apple SD Gothic Neo"/>
                <a:cs typeface="Apple SD Gothic Neo"/>
              </a:defRPr>
            </a:lvl4pPr>
            <a:lvl5pPr>
              <a:defRPr sz="2250" b="0">
                <a:solidFill>
                  <a:srgbClr val="173643"/>
                </a:solidFill>
                <a:latin typeface="Apple SD Gothic Neo"/>
                <a:ea typeface="Apple SD Gothic Neo"/>
                <a:cs typeface="Apple SD Gothic Neo"/>
              </a:defRPr>
            </a:lvl5pPr>
            <a:lvl6pPr>
              <a:defRPr sz="2250" b="0">
                <a:solidFill>
                  <a:srgbClr val="173643"/>
                </a:solidFill>
                <a:latin typeface="Apple SD Gothic Neo"/>
                <a:ea typeface="Apple SD Gothic Neo"/>
                <a:cs typeface="Apple SD Gothic Neo"/>
              </a:defRPr>
            </a:lvl6pPr>
            <a:lvl7pPr>
              <a:defRPr sz="2250" b="0">
                <a:solidFill>
                  <a:srgbClr val="173643"/>
                </a:solidFill>
                <a:latin typeface="Apple SD Gothic Neo"/>
                <a:ea typeface="Apple SD Gothic Neo"/>
                <a:cs typeface="Apple SD Gothic Neo"/>
              </a:defRPr>
            </a:lvl7pPr>
            <a:lvl8pPr>
              <a:defRPr sz="2250" b="0">
                <a:solidFill>
                  <a:srgbClr val="173643"/>
                </a:solidFill>
                <a:latin typeface="Apple SD Gothic Neo"/>
                <a:ea typeface="Apple SD Gothic Neo"/>
                <a:cs typeface="Apple SD Gothic Neo"/>
              </a:defRPr>
            </a:lvl8pPr>
            <a:lvl9pPr>
              <a:defRPr sz="2250" b="0">
                <a:solidFill>
                  <a:srgbClr val="173643"/>
                </a:solidFill>
                <a:latin typeface="Apple SD Gothic Neo"/>
                <a:ea typeface="Apple SD Gothic Neo"/>
                <a:cs typeface="Apple SD Gothic Neo"/>
              </a:defRPr>
            </a:lvl9pPr>
          </a:lstStyle>
          <a:p xmlns:a="http://schemas.openxmlformats.org/drawingml/2006/main">
            <a:pPr>
              <a:defRPr sz="2250" b="0">
                <a:solidFill>
                  <a:srgbClr val="173643"/>
                </a:solidFill>
                <a:latin typeface="Apple SD Gothic Neo"/>
                <a:ea typeface="Apple SD Gothic Neo"/>
                <a:cs typeface="Apple SD Gothic Neo"/>
              </a:defRPr>
            </a:pPr>
            <a:r>
              <a:rPr sz="2250" b="0">
                <a:solidFill>
                  <a:srgbClr val="173643"/>
                </a:solidFill>
                <a:latin typeface="Apple SD Gothic Neo"/>
                <a:ea typeface="Apple SD Gothic Neo"/>
                <a:cs typeface="Apple SD Gothic Neo"/>
              </a:rPr>
              <a:t>엔지니어는 승인·적용 판단, 실험 엔진은 학습·지표 계산</a:t>
            </a:r>
          </a:p>
        </p:txBody>
      </p:sp>
    </p:spTree>
    <p:extLst>
      <p:ext uri="{BB962C8B-B14F-4D97-AF65-F5344CB8AC3E}">
        <p14:creationId xmlns:p14="http://schemas.microsoft.com/office/powerpoint/2010/main" val="583624143"/>
      </p:ext>
    </p:extLst>
  </p:cSld>
</p:sld>
</file>

<file path=ppt/slides/slide13.xml><?xml version="1.0" encoding="utf-8"?>
<p:sld xmlns:p="http://schemas.openxmlformats.org/presentationml/2006/main">
  <p:cSld>
    <p:bg>
      <p:bgPr>
        <a:solidFill xmlns:a="http://schemas.openxmlformats.org/drawingml/2006/main">
          <a:srgbClr val="F7F9FA"/>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6FDC30E-9490-46C4-8C27-8D5BAE698E1A}"/>
              </a:ext>
            </a:extLst>
          </p:cNvPr>
          <p:cNvSpPr>
            <a:spLocks xmlns:a="http://schemas.openxmlformats.org/drawingml/2006/main" noGrp="1"/>
          </p:cNvSpPr>
          <p:nvPr/>
        </p:nvSpPr>
        <p:spPr>
          <a:xfrm xmlns:a="http://schemas.openxmlformats.org/drawingml/2006/main">
            <a:off x="609600" y="228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75" b="1">
                <a:solidFill>
                  <a:srgbClr val="13747A"/>
                </a:solidFill>
                <a:latin typeface="Apple SD Gothic Neo"/>
                <a:ea typeface="Apple SD Gothic Neo"/>
                <a:cs typeface="Apple SD Gothic Neo"/>
              </a:defRPr>
            </a:defPPr>
            <a:lvl1pPr>
              <a:defRPr sz="1275" b="1">
                <a:solidFill>
                  <a:srgbClr val="13747A"/>
                </a:solidFill>
                <a:latin typeface="Apple SD Gothic Neo"/>
                <a:ea typeface="Apple SD Gothic Neo"/>
                <a:cs typeface="Apple SD Gothic Neo"/>
              </a:defRPr>
            </a:lvl1pPr>
            <a:lvl2pPr>
              <a:defRPr sz="1275" b="1">
                <a:solidFill>
                  <a:srgbClr val="13747A"/>
                </a:solidFill>
                <a:latin typeface="Apple SD Gothic Neo"/>
                <a:ea typeface="Apple SD Gothic Neo"/>
                <a:cs typeface="Apple SD Gothic Neo"/>
              </a:defRPr>
            </a:lvl2pPr>
            <a:lvl3pPr>
              <a:defRPr sz="1275" b="1">
                <a:solidFill>
                  <a:srgbClr val="13747A"/>
                </a:solidFill>
                <a:latin typeface="Apple SD Gothic Neo"/>
                <a:ea typeface="Apple SD Gothic Neo"/>
                <a:cs typeface="Apple SD Gothic Neo"/>
              </a:defRPr>
            </a:lvl3pPr>
            <a:lvl4pPr>
              <a:defRPr sz="1275" b="1">
                <a:solidFill>
                  <a:srgbClr val="13747A"/>
                </a:solidFill>
                <a:latin typeface="Apple SD Gothic Neo"/>
                <a:ea typeface="Apple SD Gothic Neo"/>
                <a:cs typeface="Apple SD Gothic Neo"/>
              </a:defRPr>
            </a:lvl4pPr>
            <a:lvl5pPr>
              <a:defRPr sz="1275" b="1">
                <a:solidFill>
                  <a:srgbClr val="13747A"/>
                </a:solidFill>
                <a:latin typeface="Apple SD Gothic Neo"/>
                <a:ea typeface="Apple SD Gothic Neo"/>
                <a:cs typeface="Apple SD Gothic Neo"/>
              </a:defRPr>
            </a:lvl5pPr>
            <a:lvl6pPr>
              <a:defRPr sz="1275" b="1">
                <a:solidFill>
                  <a:srgbClr val="13747A"/>
                </a:solidFill>
                <a:latin typeface="Apple SD Gothic Neo"/>
                <a:ea typeface="Apple SD Gothic Neo"/>
                <a:cs typeface="Apple SD Gothic Neo"/>
              </a:defRPr>
            </a:lvl6pPr>
            <a:lvl7pPr>
              <a:defRPr sz="1275" b="1">
                <a:solidFill>
                  <a:srgbClr val="13747A"/>
                </a:solidFill>
                <a:latin typeface="Apple SD Gothic Neo"/>
                <a:ea typeface="Apple SD Gothic Neo"/>
                <a:cs typeface="Apple SD Gothic Neo"/>
              </a:defRPr>
            </a:lvl7pPr>
            <a:lvl8pPr>
              <a:defRPr sz="1275" b="1">
                <a:solidFill>
                  <a:srgbClr val="13747A"/>
                </a:solidFill>
                <a:latin typeface="Apple SD Gothic Neo"/>
                <a:ea typeface="Apple SD Gothic Neo"/>
                <a:cs typeface="Apple SD Gothic Neo"/>
              </a:defRPr>
            </a:lvl8pPr>
            <a:lvl9pPr>
              <a:defRPr sz="1275" b="1">
                <a:solidFill>
                  <a:srgbClr val="13747A"/>
                </a:solidFill>
                <a:latin typeface="Apple SD Gothic Neo"/>
                <a:ea typeface="Apple SD Gothic Neo"/>
                <a:cs typeface="Apple SD Gothic Neo"/>
              </a:defRPr>
            </a:lvl9pPr>
          </a:lstStyle>
          <a:p xmlns:a="http://schemas.openxmlformats.org/drawingml/2006/main">
            <a:pPr>
              <a:defRPr sz="1275" b="1">
                <a:solidFill>
                  <a:srgbClr val="13747A"/>
                </a:solidFill>
                <a:latin typeface="Apple SD Gothic Neo"/>
                <a:ea typeface="Apple SD Gothic Neo"/>
                <a:cs typeface="Apple SD Gothic Neo"/>
              </a:defRPr>
            </a:pPr>
            <a:r>
              <a:rPr sz="1275" b="1">
                <a:solidFill>
                  <a:srgbClr val="13747A"/>
                </a:solidFill>
                <a:latin typeface="Apple SD Gothic Neo"/>
                <a:ea typeface="Apple SD Gothic Neo"/>
                <a:cs typeface="Apple SD Gothic Neo"/>
              </a:rPr>
              <a:t>부록 · 상세 지표와 검증 방식</a:t>
            </a:r>
          </a:p>
        </p:txBody>
      </p:sp>
      <p:sp>
        <p:nvSpPr>
          <p:cNvPr id="2" name="">
            <a:extLst xmlns:a="http://schemas.openxmlformats.org/drawingml/2006/main">
              <a:ext uri="{FF2B5EF4-FFF2-40B4-BE49-F238E27FC236}">
                <a16:creationId xmlns:a16="http://schemas.microsoft.com/office/drawing/2014/main" id="{799CACBD-8BD0-49C6-8FAD-405C0C684D35}"/>
              </a:ext>
            </a:extLst>
          </p:cNvPr>
          <p:cNvSpPr>
            <a:spLocks xmlns:a="http://schemas.openxmlformats.org/drawingml/2006/main" noGrp="1"/>
          </p:cNvSpPr>
          <p:nvPr/>
        </p:nvSpPr>
        <p:spPr>
          <a:xfrm xmlns:a="http://schemas.openxmlformats.org/drawingml/2006/main">
            <a:off x="609600" y="6858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3150" b="1">
                <a:solidFill>
                  <a:srgbClr val="173643"/>
                </a:solidFill>
                <a:latin typeface="Apple SD Gothic Neo"/>
                <a:ea typeface="Apple SD Gothic Neo"/>
                <a:cs typeface="Apple SD Gothic Neo"/>
              </a:defRPr>
            </a:defPPr>
            <a:lvl1pPr>
              <a:defRPr sz="3150" b="1">
                <a:solidFill>
                  <a:srgbClr val="173643"/>
                </a:solidFill>
                <a:latin typeface="Apple SD Gothic Neo"/>
                <a:ea typeface="Apple SD Gothic Neo"/>
                <a:cs typeface="Apple SD Gothic Neo"/>
              </a:defRPr>
            </a:lvl1pPr>
            <a:lvl2pPr>
              <a:defRPr sz="3150" b="1">
                <a:solidFill>
                  <a:srgbClr val="173643"/>
                </a:solidFill>
                <a:latin typeface="Apple SD Gothic Neo"/>
                <a:ea typeface="Apple SD Gothic Neo"/>
                <a:cs typeface="Apple SD Gothic Neo"/>
              </a:defRPr>
            </a:lvl2pPr>
            <a:lvl3pPr>
              <a:defRPr sz="3150" b="1">
                <a:solidFill>
                  <a:srgbClr val="173643"/>
                </a:solidFill>
                <a:latin typeface="Apple SD Gothic Neo"/>
                <a:ea typeface="Apple SD Gothic Neo"/>
                <a:cs typeface="Apple SD Gothic Neo"/>
              </a:defRPr>
            </a:lvl3pPr>
            <a:lvl4pPr>
              <a:defRPr sz="3150" b="1">
                <a:solidFill>
                  <a:srgbClr val="173643"/>
                </a:solidFill>
                <a:latin typeface="Apple SD Gothic Neo"/>
                <a:ea typeface="Apple SD Gothic Neo"/>
                <a:cs typeface="Apple SD Gothic Neo"/>
              </a:defRPr>
            </a:lvl4pPr>
            <a:lvl5pPr>
              <a:defRPr sz="3150" b="1">
                <a:solidFill>
                  <a:srgbClr val="173643"/>
                </a:solidFill>
                <a:latin typeface="Apple SD Gothic Neo"/>
                <a:ea typeface="Apple SD Gothic Neo"/>
                <a:cs typeface="Apple SD Gothic Neo"/>
              </a:defRPr>
            </a:lvl5pPr>
            <a:lvl6pPr>
              <a:defRPr sz="3150" b="1">
                <a:solidFill>
                  <a:srgbClr val="173643"/>
                </a:solidFill>
                <a:latin typeface="Apple SD Gothic Neo"/>
                <a:ea typeface="Apple SD Gothic Neo"/>
                <a:cs typeface="Apple SD Gothic Neo"/>
              </a:defRPr>
            </a:lvl6pPr>
            <a:lvl7pPr>
              <a:defRPr sz="3150" b="1">
                <a:solidFill>
                  <a:srgbClr val="173643"/>
                </a:solidFill>
                <a:latin typeface="Apple SD Gothic Neo"/>
                <a:ea typeface="Apple SD Gothic Neo"/>
                <a:cs typeface="Apple SD Gothic Neo"/>
              </a:defRPr>
            </a:lvl7pPr>
            <a:lvl8pPr>
              <a:defRPr sz="3150" b="1">
                <a:solidFill>
                  <a:srgbClr val="173643"/>
                </a:solidFill>
                <a:latin typeface="Apple SD Gothic Neo"/>
                <a:ea typeface="Apple SD Gothic Neo"/>
                <a:cs typeface="Apple SD Gothic Neo"/>
              </a:defRPr>
            </a:lvl8pPr>
            <a:lvl9pPr>
              <a:defRPr sz="3150" b="1">
                <a:solidFill>
                  <a:srgbClr val="173643"/>
                </a:solidFill>
                <a:latin typeface="Apple SD Gothic Neo"/>
                <a:ea typeface="Apple SD Gothic Neo"/>
                <a:cs typeface="Apple SD Gothic Neo"/>
              </a:defRPr>
            </a:lvl9pPr>
          </a:lstStyle>
          <a:p xmlns:a="http://schemas.openxmlformats.org/drawingml/2006/main">
            <a:pPr>
              <a:defRPr sz="3150" b="1">
                <a:solidFill>
                  <a:srgbClr val="173643"/>
                </a:solidFill>
                <a:latin typeface="Apple SD Gothic Neo"/>
                <a:ea typeface="Apple SD Gothic Neo"/>
                <a:cs typeface="Apple SD Gothic Neo"/>
              </a:defRPr>
            </a:pPr>
            <a:r>
              <a:rPr sz="3150" b="1">
                <a:solidFill>
                  <a:srgbClr val="173643"/>
                </a:solidFill>
                <a:latin typeface="Apple SD Gothic Neo"/>
                <a:ea typeface="Apple SD Gothic Neo"/>
                <a:cs typeface="Apple SD Gothic Neo"/>
              </a:rPr>
              <a:t>Validation으로 고르고, Test로 마지막 확인합니다</a:t>
            </a:r>
          </a:p>
        </p:txBody>
      </p:sp>
      <p:sp>
        <p:nvSpPr>
          <p:cNvPr id="3" name="">
            <a:extLst xmlns:a="http://schemas.openxmlformats.org/drawingml/2006/main">
              <a:ext uri="{FF2B5EF4-FFF2-40B4-BE49-F238E27FC236}">
                <a16:creationId xmlns:a16="http://schemas.microsoft.com/office/drawing/2014/main" id="{F493BDF5-BD1D-49D2-9053-AB630408656F}"/>
              </a:ext>
            </a:extLst>
          </p:cNvPr>
          <p:cNvSpPr>
            <a:spLocks xmlns:a="http://schemas.openxmlformats.org/drawingml/2006/main" noGrp="1"/>
          </p:cNvSpPr>
          <p:nvPr/>
        </p:nvSpPr>
        <p:spPr>
          <a:xfrm xmlns:a="http://schemas.openxmlformats.org/drawingml/2006/main">
            <a:off x="609600" y="6467475"/>
            <a:ext cx="9048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G045 김용찬 · SK AI Leader Academy</a:t>
            </a:r>
          </a:p>
        </p:txBody>
      </p:sp>
      <p:sp>
        <p:nvSpPr>
          <p:cNvPr id="4" name="">
            <a:extLst xmlns:a="http://schemas.openxmlformats.org/drawingml/2006/main">
              <a:ext uri="{FF2B5EF4-FFF2-40B4-BE49-F238E27FC236}">
                <a16:creationId xmlns:a16="http://schemas.microsoft.com/office/drawing/2014/main" id="{CA155084-0706-431D-8E85-022F15A041AF}"/>
              </a:ext>
            </a:extLst>
          </p:cNvPr>
          <p:cNvSpPr>
            <a:spLocks xmlns:a="http://schemas.openxmlformats.org/drawingml/2006/main" noGrp="1"/>
          </p:cNvSpPr>
          <p:nvPr/>
        </p:nvSpPr>
        <p:spPr>
          <a:xfrm xmlns:a="http://schemas.openxmlformats.org/drawingml/2006/main">
            <a:off x="10287000" y="6467475"/>
            <a:ext cx="1333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13 / 15</a:t>
            </a:r>
          </a:p>
        </p:txBody>
      </p:sp>
      <p:graphicFrame>
        <p:nvGraphicFramePr>
          <p:cNvPr id="5" name="">
            <a:extLst xmlns:a="http://schemas.openxmlformats.org/drawingml/2006/main">
              <a:ext uri="{FF2B5EF4-FFF2-40B4-BE49-F238E27FC236}">
                <a16:creationId xmlns:a16="http://schemas.microsoft.com/office/drawing/2014/main" id="{8AC5E572-D8AE-41B6-8B99-BF5D2807AA75}"/>
              </a:ext>
            </a:extLst>
          </p:cNvPr>
          <p:cNvGraphicFramePr/>
          <p:nvPr/>
        </p:nvGraphicFramePr>
        <p:xfrm>
          <a:off xmlns:a="http://schemas.openxmlformats.org/drawingml/2006/main" x="609600" y="1790700"/>
          <a:ext xmlns:a="http://schemas.openxmlformats.org/drawingml/2006/main" cx="10972800" cy="2428875"/>
        </p:xfrm>
        <a:graphic xmlns:a="http://schemas.openxmlformats.org/drawingml/2006/main">
          <a:graphicData uri="http://schemas.openxmlformats.org/drawingml/2006/table">
            <a:tbl>
              <a:tblPr/>
              <a:tblGrid>
                <a:gridCol w="4095750"/>
                <a:gridCol w="1714500"/>
                <a:gridCol w="1714500"/>
                <a:gridCol w="1714500"/>
                <a:gridCol w="1733550"/>
              </a:tblGrid>
              <a:tr h="607219">
                <a:tc>
                  <a:txBody>
                    <a:bodyPr/>
                    <a:lstStyle/>
                    <a:p>
                      <a:r>
                        <a:rPr sz="1950" b="1">
                          <a:solidFill>
                            <a:srgbClr val="13747A"/>
                          </a:solidFill>
                          <a:latin typeface="Apple SD Gothic Neo"/>
                          <a:ea typeface="Apple SD Gothic Neo"/>
                          <a:cs typeface="Apple SD Gothic Neo"/>
                        </a:rPr>
                        <a:t>선택 후보의 Test 결과</a:t>
                      </a:r>
                    </a:p>
                  </a:txBody>
                  <a:tcPr marL="152400" marR="133350" marT="85725" marB="85725" anchor="ctr">
                    <a:lnL w="9525">
                      <a:solidFill>
                        <a:srgbClr val="D5E0E4"/>
                      </a:solidFill>
                      <a:prstDash val="solid"/>
                    </a:lnL>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c>
                  <a:txBody>
                    <a:bodyPr/>
                    <a:lstStyle/>
                    <a:p>
                      <a:r>
                        <a:rPr sz="1950" b="1">
                          <a:solidFill>
                            <a:srgbClr val="13747A"/>
                          </a:solidFill>
                          <a:latin typeface="Apple SD Gothic Neo"/>
                          <a:ea typeface="Apple SD Gothic Neo"/>
                          <a:cs typeface="Apple SD Gothic Neo"/>
                        </a:rPr>
                        <a:t>Recall</a:t>
                      </a:r>
                    </a:p>
                  </a:txBody>
                  <a:tcPr marL="152400" marR="133350" marT="85725" marB="85725" anchor="ctr">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c>
                  <a:txBody>
                    <a:bodyPr/>
                    <a:lstStyle/>
                    <a:p>
                      <a:r>
                        <a:rPr sz="1950" b="1">
                          <a:solidFill>
                            <a:srgbClr val="13747A"/>
                          </a:solidFill>
                          <a:latin typeface="Apple SD Gothic Neo"/>
                          <a:ea typeface="Apple SD Gothic Neo"/>
                          <a:cs typeface="Apple SD Gothic Neo"/>
                        </a:rPr>
                        <a:t>Precision</a:t>
                      </a:r>
                    </a:p>
                  </a:txBody>
                  <a:tcPr marL="152400" marR="133350" marT="85725" marB="85725" anchor="ctr">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c>
                  <a:txBody>
                    <a:bodyPr/>
                    <a:lstStyle/>
                    <a:p>
                      <a:r>
                        <a:rPr sz="1950" b="1">
                          <a:solidFill>
                            <a:srgbClr val="13747A"/>
                          </a:solidFill>
                          <a:latin typeface="Apple SD Gothic Neo"/>
                          <a:ea typeface="Apple SD Gothic Neo"/>
                          <a:cs typeface="Apple SD Gothic Neo"/>
                        </a:rPr>
                        <a:t>F1</a:t>
                      </a:r>
                    </a:p>
                  </a:txBody>
                  <a:tcPr marL="152400" marR="133350" marT="85725" marB="85725" anchor="ctr">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c>
                  <a:txBody>
                    <a:bodyPr/>
                    <a:lstStyle/>
                    <a:p>
                      <a:r>
                        <a:rPr sz="1950" b="1">
                          <a:solidFill>
                            <a:srgbClr val="13747A"/>
                          </a:solidFill>
                          <a:latin typeface="Apple SD Gothic Neo"/>
                          <a:ea typeface="Apple SD Gothic Neo"/>
                          <a:cs typeface="Apple SD Gothic Neo"/>
                        </a:rPr>
                        <a:t>정상 오판률</a:t>
                      </a:r>
                    </a:p>
                  </a:txBody>
                  <a:tcPr marL="152400" marR="133350" marT="85725" marB="85725" anchor="ctr">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r>
              <a:tr h="607219">
                <a:tc>
                  <a:txBody>
                    <a:bodyPr/>
                    <a:lstStyle/>
                    <a:p>
                      <a:r>
                        <a:rPr sz="1950" b="0">
                          <a:solidFill>
                            <a:srgbClr val="173643"/>
                          </a:solidFill>
                          <a:latin typeface="Apple SD Gothic Neo"/>
                          <a:ea typeface="Apple SD Gothic Neo"/>
                          <a:cs typeface="Apple SD Gothic Neo"/>
                        </a:rPr>
                        <a:t>합성 센서</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FFFFF"/>
                    </a:solidFill>
                  </a:tcPr>
                </a:tc>
                <a:tc>
                  <a:txBody>
                    <a:bodyPr/>
                    <a:lstStyle/>
                    <a:p>
                      <a:r>
                        <a:rPr sz="1950" b="0">
                          <a:solidFill>
                            <a:srgbClr val="173643"/>
                          </a:solidFill>
                          <a:latin typeface="Apple SD Gothic Neo"/>
                          <a:ea typeface="Apple SD Gothic Neo"/>
                          <a:cs typeface="Apple SD Gothic Neo"/>
                        </a:rPr>
                        <a:t>84.4%</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c>
                  <a:txBody>
                    <a:bodyPr/>
                    <a:lstStyle/>
                    <a:p>
                      <a:r>
                        <a:rPr sz="1950" b="0">
                          <a:solidFill>
                            <a:srgbClr val="173643"/>
                          </a:solidFill>
                          <a:latin typeface="Apple SD Gothic Neo"/>
                          <a:ea typeface="Apple SD Gothic Neo"/>
                          <a:cs typeface="Apple SD Gothic Neo"/>
                        </a:rPr>
                        <a:t>65.9%</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c>
                  <a:txBody>
                    <a:bodyPr/>
                    <a:lstStyle/>
                    <a:p>
                      <a:r>
                        <a:rPr sz="1950" b="0">
                          <a:solidFill>
                            <a:srgbClr val="173643"/>
                          </a:solidFill>
                          <a:latin typeface="Apple SD Gothic Neo"/>
                          <a:ea typeface="Apple SD Gothic Neo"/>
                          <a:cs typeface="Apple SD Gothic Neo"/>
                        </a:rPr>
                        <a:t>74.0%</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c>
                  <a:txBody>
                    <a:bodyPr/>
                    <a:lstStyle/>
                    <a:p>
                      <a:r>
                        <a:rPr sz="1950" b="0">
                          <a:solidFill>
                            <a:srgbClr val="173643"/>
                          </a:solidFill>
                          <a:latin typeface="Apple SD Gothic Neo"/>
                          <a:ea typeface="Apple SD Gothic Neo"/>
                          <a:cs typeface="Apple SD Gothic Neo"/>
                        </a:rPr>
                        <a:t>6.3%</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r>
              <a:tr h="607219">
                <a:tc>
                  <a:txBody>
                    <a:bodyPr/>
                    <a:lstStyle/>
                    <a:p>
                      <a:r>
                        <a:rPr sz="1950" b="0">
                          <a:solidFill>
                            <a:srgbClr val="173643"/>
                          </a:solidFill>
                          <a:latin typeface="Apple SD Gothic Neo"/>
                          <a:ea typeface="Apple SD Gothic Neo"/>
                          <a:cs typeface="Apple SD Gothic Neo"/>
                        </a:rPr>
                        <a:t>UCI 공개 센서 SECOM</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1F5F6"/>
                    </a:solidFill>
                  </a:tcPr>
                </a:tc>
                <a:tc>
                  <a:txBody>
                    <a:bodyPr/>
                    <a:lstStyle/>
                    <a:p>
                      <a:r>
                        <a:rPr sz="1950" b="0">
                          <a:solidFill>
                            <a:srgbClr val="173643"/>
                          </a:solidFill>
                          <a:latin typeface="Apple SD Gothic Neo"/>
                          <a:ea typeface="Apple SD Gothic Neo"/>
                          <a:cs typeface="Apple SD Gothic Neo"/>
                        </a:rPr>
                        <a:t>21.7%</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c>
                  <a:txBody>
                    <a:bodyPr/>
                    <a:lstStyle/>
                    <a:p>
                      <a:r>
                        <a:rPr sz="1950" b="0">
                          <a:solidFill>
                            <a:srgbClr val="173643"/>
                          </a:solidFill>
                          <a:latin typeface="Apple SD Gothic Neo"/>
                          <a:ea typeface="Apple SD Gothic Neo"/>
                          <a:cs typeface="Apple SD Gothic Neo"/>
                        </a:rPr>
                        <a:t>5.4%</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c>
                  <a:txBody>
                    <a:bodyPr/>
                    <a:lstStyle/>
                    <a:p>
                      <a:r>
                        <a:rPr sz="1950" b="0">
                          <a:solidFill>
                            <a:srgbClr val="173643"/>
                          </a:solidFill>
                          <a:latin typeface="Apple SD Gothic Neo"/>
                          <a:ea typeface="Apple SD Gothic Neo"/>
                          <a:cs typeface="Apple SD Gothic Neo"/>
                        </a:rPr>
                        <a:t>8.7%</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c>
                  <a:txBody>
                    <a:bodyPr/>
                    <a:lstStyle/>
                    <a:p>
                      <a:r>
                        <a:rPr sz="1950" b="0">
                          <a:solidFill>
                            <a:srgbClr val="173643"/>
                          </a:solidFill>
                          <a:latin typeface="Apple SD Gothic Neo"/>
                          <a:ea typeface="Apple SD Gothic Neo"/>
                          <a:cs typeface="Apple SD Gothic Neo"/>
                        </a:rPr>
                        <a:t>24.4%</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r>
              <a:tr h="607219">
                <a:tc>
                  <a:txBody>
                    <a:bodyPr/>
                    <a:lstStyle/>
                    <a:p>
                      <a:r>
                        <a:rPr sz="1950" b="0">
                          <a:solidFill>
                            <a:srgbClr val="173643"/>
                          </a:solidFill>
                          <a:latin typeface="Apple SD Gothic Neo"/>
                          <a:ea typeface="Apple SD Gothic Neo"/>
                          <a:cs typeface="Apple SD Gothic Neo"/>
                        </a:rPr>
                        <a:t>합성 이미지</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FFFFF"/>
                    </a:solidFill>
                  </a:tcPr>
                </a:tc>
                <a:tc>
                  <a:txBody>
                    <a:bodyPr/>
                    <a:lstStyle/>
                    <a:p>
                      <a:r>
                        <a:rPr sz="1950" b="0">
                          <a:solidFill>
                            <a:srgbClr val="173643"/>
                          </a:solidFill>
                          <a:latin typeface="Apple SD Gothic Neo"/>
                          <a:ea typeface="Apple SD Gothic Neo"/>
                          <a:cs typeface="Apple SD Gothic Neo"/>
                        </a:rPr>
                        <a:t>93.3%</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c>
                  <a:txBody>
                    <a:bodyPr/>
                    <a:lstStyle/>
                    <a:p>
                      <a:r>
                        <a:rPr sz="1950" b="0">
                          <a:solidFill>
                            <a:srgbClr val="173643"/>
                          </a:solidFill>
                          <a:latin typeface="Apple SD Gothic Neo"/>
                          <a:ea typeface="Apple SD Gothic Neo"/>
                          <a:cs typeface="Apple SD Gothic Neo"/>
                        </a:rPr>
                        <a:t>100.0%</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c>
                  <a:txBody>
                    <a:bodyPr/>
                    <a:lstStyle/>
                    <a:p>
                      <a:r>
                        <a:rPr sz="1950" b="0">
                          <a:solidFill>
                            <a:srgbClr val="173643"/>
                          </a:solidFill>
                          <a:latin typeface="Apple SD Gothic Neo"/>
                          <a:ea typeface="Apple SD Gothic Neo"/>
                          <a:cs typeface="Apple SD Gothic Neo"/>
                        </a:rPr>
                        <a:t>96.6%</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c>
                  <a:txBody>
                    <a:bodyPr/>
                    <a:lstStyle/>
                    <a:p>
                      <a:r>
                        <a:rPr sz="1950" b="0">
                          <a:solidFill>
                            <a:srgbClr val="173643"/>
                          </a:solidFill>
                          <a:latin typeface="Apple SD Gothic Neo"/>
                          <a:ea typeface="Apple SD Gothic Neo"/>
                          <a:cs typeface="Apple SD Gothic Neo"/>
                        </a:rPr>
                        <a:t>0.0%</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DA73C179-6F92-476D-98F9-3135508EF2CA}"/>
              </a:ext>
            </a:extLst>
          </p:cNvPr>
          <p:cNvSpPr>
            <a:spLocks xmlns:a="http://schemas.openxmlformats.org/drawingml/2006/main" noGrp="1"/>
          </p:cNvSpPr>
          <p:nvPr/>
        </p:nvSpPr>
        <p:spPr>
          <a:xfrm xmlns:a="http://schemas.openxmlformats.org/drawingml/2006/main">
            <a:off x="609600" y="44481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800" b="0">
                <a:solidFill>
                  <a:srgbClr val="173643"/>
                </a:solidFill>
                <a:latin typeface="Apple SD Gothic Neo"/>
                <a:ea typeface="Apple SD Gothic Neo"/>
                <a:cs typeface="Apple SD Gothic Neo"/>
              </a:defRPr>
            </a:defPPr>
            <a:lvl1pPr>
              <a:defRPr sz="1800" b="0">
                <a:solidFill>
                  <a:srgbClr val="173643"/>
                </a:solidFill>
                <a:latin typeface="Apple SD Gothic Neo"/>
                <a:ea typeface="Apple SD Gothic Neo"/>
                <a:cs typeface="Apple SD Gothic Neo"/>
              </a:defRPr>
            </a:lvl1pPr>
            <a:lvl2pPr>
              <a:defRPr sz="1800" b="0">
                <a:solidFill>
                  <a:srgbClr val="173643"/>
                </a:solidFill>
                <a:latin typeface="Apple SD Gothic Neo"/>
                <a:ea typeface="Apple SD Gothic Neo"/>
                <a:cs typeface="Apple SD Gothic Neo"/>
              </a:defRPr>
            </a:lvl2pPr>
            <a:lvl3pPr>
              <a:defRPr sz="1800" b="0">
                <a:solidFill>
                  <a:srgbClr val="173643"/>
                </a:solidFill>
                <a:latin typeface="Apple SD Gothic Neo"/>
                <a:ea typeface="Apple SD Gothic Neo"/>
                <a:cs typeface="Apple SD Gothic Neo"/>
              </a:defRPr>
            </a:lvl3pPr>
            <a:lvl4pPr>
              <a:defRPr sz="1800" b="0">
                <a:solidFill>
                  <a:srgbClr val="173643"/>
                </a:solidFill>
                <a:latin typeface="Apple SD Gothic Neo"/>
                <a:ea typeface="Apple SD Gothic Neo"/>
                <a:cs typeface="Apple SD Gothic Neo"/>
              </a:defRPr>
            </a:lvl4pPr>
            <a:lvl5pPr>
              <a:defRPr sz="1800" b="0">
                <a:solidFill>
                  <a:srgbClr val="173643"/>
                </a:solidFill>
                <a:latin typeface="Apple SD Gothic Neo"/>
                <a:ea typeface="Apple SD Gothic Neo"/>
                <a:cs typeface="Apple SD Gothic Neo"/>
              </a:defRPr>
            </a:lvl5pPr>
            <a:lvl6pPr>
              <a:defRPr sz="1800" b="0">
                <a:solidFill>
                  <a:srgbClr val="173643"/>
                </a:solidFill>
                <a:latin typeface="Apple SD Gothic Neo"/>
                <a:ea typeface="Apple SD Gothic Neo"/>
                <a:cs typeface="Apple SD Gothic Neo"/>
              </a:defRPr>
            </a:lvl6pPr>
            <a:lvl7pPr>
              <a:defRPr sz="1800" b="0">
                <a:solidFill>
                  <a:srgbClr val="173643"/>
                </a:solidFill>
                <a:latin typeface="Apple SD Gothic Neo"/>
                <a:ea typeface="Apple SD Gothic Neo"/>
                <a:cs typeface="Apple SD Gothic Neo"/>
              </a:defRPr>
            </a:lvl7pPr>
            <a:lvl8pPr>
              <a:defRPr sz="1800" b="0">
                <a:solidFill>
                  <a:srgbClr val="173643"/>
                </a:solidFill>
                <a:latin typeface="Apple SD Gothic Neo"/>
                <a:ea typeface="Apple SD Gothic Neo"/>
                <a:cs typeface="Apple SD Gothic Neo"/>
              </a:defRPr>
            </a:lvl8pPr>
            <a:lvl9pPr>
              <a:defRPr sz="1800" b="0">
                <a:solidFill>
                  <a:srgbClr val="173643"/>
                </a:solidFill>
                <a:latin typeface="Apple SD Gothic Neo"/>
                <a:ea typeface="Apple SD Gothic Neo"/>
                <a:cs typeface="Apple SD Gothic Neo"/>
              </a:defRPr>
            </a:lvl9pPr>
          </a:lstStyle>
          <a:p xmlns:a="http://schemas.openxmlformats.org/drawingml/2006/main">
            <a:pPr>
              <a:defRPr sz="1800" b="0">
                <a:solidFill>
                  <a:srgbClr val="173643"/>
                </a:solidFill>
                <a:latin typeface="Apple SD Gothic Neo"/>
                <a:ea typeface="Apple SD Gothic Neo"/>
                <a:cs typeface="Apple SD Gothic Neo"/>
              </a:defRPr>
            </a:pPr>
            <a:r>
              <a:rPr sz="1800" b="0">
                <a:solidFill>
                  <a:srgbClr val="173643"/>
                </a:solidFill>
                <a:latin typeface="Apple SD Gothic Neo"/>
                <a:ea typeface="Apple SD Gothic Neo"/>
                <a:cs typeface="Apple SD Gothic Neo"/>
              </a:rPr>
              <a:t>Train은 학습, Validation은 후보·판정값 비교, Test는 마지막 확인</a:t>
            </a:r>
          </a:p>
        </p:txBody>
      </p:sp>
      <p:sp>
        <p:nvSpPr>
          <p:cNvPr id="7" name="">
            <a:extLst xmlns:a="http://schemas.openxmlformats.org/drawingml/2006/main">
              <a:ext uri="{FF2B5EF4-FFF2-40B4-BE49-F238E27FC236}">
                <a16:creationId xmlns:a16="http://schemas.microsoft.com/office/drawing/2014/main" id="{A8A37EAE-4C7D-40A7-89B0-DCC651C8D300}"/>
              </a:ext>
            </a:extLst>
          </p:cNvPr>
          <p:cNvSpPr>
            <a:spLocks xmlns:a="http://schemas.openxmlformats.org/drawingml/2006/main" noGrp="1"/>
          </p:cNvSpPr>
          <p:nvPr/>
        </p:nvSpPr>
        <p:spPr>
          <a:xfrm xmlns:a="http://schemas.openxmlformats.org/drawingml/2006/main">
            <a:off x="609600" y="48482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800" b="0">
                <a:solidFill>
                  <a:srgbClr val="173643"/>
                </a:solidFill>
                <a:latin typeface="Apple SD Gothic Neo"/>
                <a:ea typeface="Apple SD Gothic Neo"/>
                <a:cs typeface="Apple SD Gothic Neo"/>
              </a:defRPr>
            </a:defPPr>
            <a:lvl1pPr>
              <a:defRPr sz="1800" b="0">
                <a:solidFill>
                  <a:srgbClr val="173643"/>
                </a:solidFill>
                <a:latin typeface="Apple SD Gothic Neo"/>
                <a:ea typeface="Apple SD Gothic Neo"/>
                <a:cs typeface="Apple SD Gothic Neo"/>
              </a:defRPr>
            </a:lvl1pPr>
            <a:lvl2pPr>
              <a:defRPr sz="1800" b="0">
                <a:solidFill>
                  <a:srgbClr val="173643"/>
                </a:solidFill>
                <a:latin typeface="Apple SD Gothic Neo"/>
                <a:ea typeface="Apple SD Gothic Neo"/>
                <a:cs typeface="Apple SD Gothic Neo"/>
              </a:defRPr>
            </a:lvl2pPr>
            <a:lvl3pPr>
              <a:defRPr sz="1800" b="0">
                <a:solidFill>
                  <a:srgbClr val="173643"/>
                </a:solidFill>
                <a:latin typeface="Apple SD Gothic Neo"/>
                <a:ea typeface="Apple SD Gothic Neo"/>
                <a:cs typeface="Apple SD Gothic Neo"/>
              </a:defRPr>
            </a:lvl3pPr>
            <a:lvl4pPr>
              <a:defRPr sz="1800" b="0">
                <a:solidFill>
                  <a:srgbClr val="173643"/>
                </a:solidFill>
                <a:latin typeface="Apple SD Gothic Neo"/>
                <a:ea typeface="Apple SD Gothic Neo"/>
                <a:cs typeface="Apple SD Gothic Neo"/>
              </a:defRPr>
            </a:lvl4pPr>
            <a:lvl5pPr>
              <a:defRPr sz="1800" b="0">
                <a:solidFill>
                  <a:srgbClr val="173643"/>
                </a:solidFill>
                <a:latin typeface="Apple SD Gothic Neo"/>
                <a:ea typeface="Apple SD Gothic Neo"/>
                <a:cs typeface="Apple SD Gothic Neo"/>
              </a:defRPr>
            </a:lvl5pPr>
            <a:lvl6pPr>
              <a:defRPr sz="1800" b="0">
                <a:solidFill>
                  <a:srgbClr val="173643"/>
                </a:solidFill>
                <a:latin typeface="Apple SD Gothic Neo"/>
                <a:ea typeface="Apple SD Gothic Neo"/>
                <a:cs typeface="Apple SD Gothic Neo"/>
              </a:defRPr>
            </a:lvl6pPr>
            <a:lvl7pPr>
              <a:defRPr sz="1800" b="0">
                <a:solidFill>
                  <a:srgbClr val="173643"/>
                </a:solidFill>
                <a:latin typeface="Apple SD Gothic Neo"/>
                <a:ea typeface="Apple SD Gothic Neo"/>
                <a:cs typeface="Apple SD Gothic Neo"/>
              </a:defRPr>
            </a:lvl7pPr>
            <a:lvl8pPr>
              <a:defRPr sz="1800" b="0">
                <a:solidFill>
                  <a:srgbClr val="173643"/>
                </a:solidFill>
                <a:latin typeface="Apple SD Gothic Neo"/>
                <a:ea typeface="Apple SD Gothic Neo"/>
                <a:cs typeface="Apple SD Gothic Neo"/>
              </a:defRPr>
            </a:lvl8pPr>
            <a:lvl9pPr>
              <a:defRPr sz="1800" b="0">
                <a:solidFill>
                  <a:srgbClr val="173643"/>
                </a:solidFill>
                <a:latin typeface="Apple SD Gothic Neo"/>
                <a:ea typeface="Apple SD Gothic Neo"/>
                <a:cs typeface="Apple SD Gothic Neo"/>
              </a:defRPr>
            </a:lvl9pPr>
          </a:lstStyle>
          <a:p xmlns:a="http://schemas.openxmlformats.org/drawingml/2006/main">
            <a:pPr>
              <a:defRPr sz="1800" b="0">
                <a:solidFill>
                  <a:srgbClr val="173643"/>
                </a:solidFill>
                <a:latin typeface="Apple SD Gothic Neo"/>
                <a:ea typeface="Apple SD Gothic Neo"/>
                <a:cs typeface="Apple SD Gothic Neo"/>
              </a:defRPr>
            </a:pPr>
            <a:r>
              <a:rPr sz="1800" b="0">
                <a:solidFill>
                  <a:srgbClr val="173643"/>
                </a:solidFill>
                <a:latin typeface="Apple SD Gothic Neo"/>
                <a:ea typeface="Apple SD Gothic Neo"/>
                <a:cs typeface="Apple SD Gothic Neo"/>
              </a:rPr>
              <a:t>합성 센서 Train60%(768개) / Validation20%(256개) / Test20%(256개)</a:t>
            </a:r>
          </a:p>
        </p:txBody>
      </p:sp>
      <p:sp>
        <p:nvSpPr>
          <p:cNvPr id="8" name="">
            <a:extLst xmlns:a="http://schemas.openxmlformats.org/drawingml/2006/main">
              <a:ext uri="{FF2B5EF4-FFF2-40B4-BE49-F238E27FC236}">
                <a16:creationId xmlns:a16="http://schemas.microsoft.com/office/drawing/2014/main" id="{7AD8022B-1F8E-45BD-9A02-E6EE76DDB495}"/>
              </a:ext>
            </a:extLst>
          </p:cNvPr>
          <p:cNvSpPr>
            <a:spLocks xmlns:a="http://schemas.openxmlformats.org/drawingml/2006/main" noGrp="1"/>
          </p:cNvSpPr>
          <p:nvPr/>
        </p:nvSpPr>
        <p:spPr>
          <a:xfrm xmlns:a="http://schemas.openxmlformats.org/drawingml/2006/main">
            <a:off x="609600" y="52482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800" b="0">
                <a:solidFill>
                  <a:srgbClr val="173643"/>
                </a:solidFill>
                <a:latin typeface="Apple SD Gothic Neo"/>
                <a:ea typeface="Apple SD Gothic Neo"/>
                <a:cs typeface="Apple SD Gothic Neo"/>
              </a:defRPr>
            </a:defPPr>
            <a:lvl1pPr>
              <a:defRPr sz="1800" b="0">
                <a:solidFill>
                  <a:srgbClr val="173643"/>
                </a:solidFill>
                <a:latin typeface="Apple SD Gothic Neo"/>
                <a:ea typeface="Apple SD Gothic Neo"/>
                <a:cs typeface="Apple SD Gothic Neo"/>
              </a:defRPr>
            </a:lvl1pPr>
            <a:lvl2pPr>
              <a:defRPr sz="1800" b="0">
                <a:solidFill>
                  <a:srgbClr val="173643"/>
                </a:solidFill>
                <a:latin typeface="Apple SD Gothic Neo"/>
                <a:ea typeface="Apple SD Gothic Neo"/>
                <a:cs typeface="Apple SD Gothic Neo"/>
              </a:defRPr>
            </a:lvl2pPr>
            <a:lvl3pPr>
              <a:defRPr sz="1800" b="0">
                <a:solidFill>
                  <a:srgbClr val="173643"/>
                </a:solidFill>
                <a:latin typeface="Apple SD Gothic Neo"/>
                <a:ea typeface="Apple SD Gothic Neo"/>
                <a:cs typeface="Apple SD Gothic Neo"/>
              </a:defRPr>
            </a:lvl3pPr>
            <a:lvl4pPr>
              <a:defRPr sz="1800" b="0">
                <a:solidFill>
                  <a:srgbClr val="173643"/>
                </a:solidFill>
                <a:latin typeface="Apple SD Gothic Neo"/>
                <a:ea typeface="Apple SD Gothic Neo"/>
                <a:cs typeface="Apple SD Gothic Neo"/>
              </a:defRPr>
            </a:lvl4pPr>
            <a:lvl5pPr>
              <a:defRPr sz="1800" b="0">
                <a:solidFill>
                  <a:srgbClr val="173643"/>
                </a:solidFill>
                <a:latin typeface="Apple SD Gothic Neo"/>
                <a:ea typeface="Apple SD Gothic Neo"/>
                <a:cs typeface="Apple SD Gothic Neo"/>
              </a:defRPr>
            </a:lvl5pPr>
            <a:lvl6pPr>
              <a:defRPr sz="1800" b="0">
                <a:solidFill>
                  <a:srgbClr val="173643"/>
                </a:solidFill>
                <a:latin typeface="Apple SD Gothic Neo"/>
                <a:ea typeface="Apple SD Gothic Neo"/>
                <a:cs typeface="Apple SD Gothic Neo"/>
              </a:defRPr>
            </a:lvl6pPr>
            <a:lvl7pPr>
              <a:defRPr sz="1800" b="0">
                <a:solidFill>
                  <a:srgbClr val="173643"/>
                </a:solidFill>
                <a:latin typeface="Apple SD Gothic Neo"/>
                <a:ea typeface="Apple SD Gothic Neo"/>
                <a:cs typeface="Apple SD Gothic Neo"/>
              </a:defRPr>
            </a:lvl7pPr>
            <a:lvl8pPr>
              <a:defRPr sz="1800" b="0">
                <a:solidFill>
                  <a:srgbClr val="173643"/>
                </a:solidFill>
                <a:latin typeface="Apple SD Gothic Neo"/>
                <a:ea typeface="Apple SD Gothic Neo"/>
                <a:cs typeface="Apple SD Gothic Neo"/>
              </a:defRPr>
            </a:lvl8pPr>
            <a:lvl9pPr>
              <a:defRPr sz="1800" b="0">
                <a:solidFill>
                  <a:srgbClr val="173643"/>
                </a:solidFill>
                <a:latin typeface="Apple SD Gothic Neo"/>
                <a:ea typeface="Apple SD Gothic Neo"/>
                <a:cs typeface="Apple SD Gothic Neo"/>
              </a:defRPr>
            </a:lvl9pPr>
          </a:lstStyle>
          <a:p xmlns:a="http://schemas.openxmlformats.org/drawingml/2006/main">
            <a:pPr>
              <a:defRPr sz="1800" b="0">
                <a:solidFill>
                  <a:srgbClr val="173643"/>
                </a:solidFill>
                <a:latin typeface="Apple SD Gothic Neo"/>
                <a:ea typeface="Apple SD Gothic Neo"/>
                <a:cs typeface="Apple SD Gothic Neo"/>
              </a:defRPr>
            </a:pPr>
            <a:r>
              <a:rPr sz="1800" b="0">
                <a:solidFill>
                  <a:srgbClr val="173643"/>
                </a:solidFill>
                <a:latin typeface="Apple SD Gothic Neo"/>
                <a:ea typeface="Apple SD Gothic Neo"/>
                <a:cs typeface="Apple SD Gothic Neo"/>
              </a:rPr>
              <a:t>같은 lot·날짜 경계를 보존합니다. 후보의 제품 범위에 따라 Train 실사용 수는 다릅니다.</a:t>
            </a:r>
          </a:p>
        </p:txBody>
      </p:sp>
      <p:sp>
        <p:nvSpPr>
          <p:cNvPr id="9" name="">
            <a:extLst xmlns:a="http://schemas.openxmlformats.org/drawingml/2006/main">
              <a:ext uri="{FF2B5EF4-FFF2-40B4-BE49-F238E27FC236}">
                <a16:creationId xmlns:a16="http://schemas.microsoft.com/office/drawing/2014/main" id="{851C43B2-5641-4906-9BBE-D00D6D3A820D}"/>
              </a:ext>
            </a:extLst>
          </p:cNvPr>
          <p:cNvSpPr>
            <a:spLocks xmlns:a="http://schemas.openxmlformats.org/drawingml/2006/main" noGrp="1"/>
          </p:cNvSpPr>
          <p:nvPr/>
        </p:nvSpPr>
        <p:spPr>
          <a:xfrm xmlns:a="http://schemas.openxmlformats.org/drawingml/2006/main">
            <a:off x="609600" y="56483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800" b="0">
                <a:solidFill>
                  <a:srgbClr val="173643"/>
                </a:solidFill>
                <a:latin typeface="Apple SD Gothic Neo"/>
                <a:ea typeface="Apple SD Gothic Neo"/>
                <a:cs typeface="Apple SD Gothic Neo"/>
              </a:defRPr>
            </a:defPPr>
            <a:lvl1pPr>
              <a:defRPr sz="1800" b="0">
                <a:solidFill>
                  <a:srgbClr val="173643"/>
                </a:solidFill>
                <a:latin typeface="Apple SD Gothic Neo"/>
                <a:ea typeface="Apple SD Gothic Neo"/>
                <a:cs typeface="Apple SD Gothic Neo"/>
              </a:defRPr>
            </a:lvl1pPr>
            <a:lvl2pPr>
              <a:defRPr sz="1800" b="0">
                <a:solidFill>
                  <a:srgbClr val="173643"/>
                </a:solidFill>
                <a:latin typeface="Apple SD Gothic Neo"/>
                <a:ea typeface="Apple SD Gothic Neo"/>
                <a:cs typeface="Apple SD Gothic Neo"/>
              </a:defRPr>
            </a:lvl2pPr>
            <a:lvl3pPr>
              <a:defRPr sz="1800" b="0">
                <a:solidFill>
                  <a:srgbClr val="173643"/>
                </a:solidFill>
                <a:latin typeface="Apple SD Gothic Neo"/>
                <a:ea typeface="Apple SD Gothic Neo"/>
                <a:cs typeface="Apple SD Gothic Neo"/>
              </a:defRPr>
            </a:lvl3pPr>
            <a:lvl4pPr>
              <a:defRPr sz="1800" b="0">
                <a:solidFill>
                  <a:srgbClr val="173643"/>
                </a:solidFill>
                <a:latin typeface="Apple SD Gothic Neo"/>
                <a:ea typeface="Apple SD Gothic Neo"/>
                <a:cs typeface="Apple SD Gothic Neo"/>
              </a:defRPr>
            </a:lvl4pPr>
            <a:lvl5pPr>
              <a:defRPr sz="1800" b="0">
                <a:solidFill>
                  <a:srgbClr val="173643"/>
                </a:solidFill>
                <a:latin typeface="Apple SD Gothic Neo"/>
                <a:ea typeface="Apple SD Gothic Neo"/>
                <a:cs typeface="Apple SD Gothic Neo"/>
              </a:defRPr>
            </a:lvl5pPr>
            <a:lvl6pPr>
              <a:defRPr sz="1800" b="0">
                <a:solidFill>
                  <a:srgbClr val="173643"/>
                </a:solidFill>
                <a:latin typeface="Apple SD Gothic Neo"/>
                <a:ea typeface="Apple SD Gothic Neo"/>
                <a:cs typeface="Apple SD Gothic Neo"/>
              </a:defRPr>
            </a:lvl6pPr>
            <a:lvl7pPr>
              <a:defRPr sz="1800" b="0">
                <a:solidFill>
                  <a:srgbClr val="173643"/>
                </a:solidFill>
                <a:latin typeface="Apple SD Gothic Neo"/>
                <a:ea typeface="Apple SD Gothic Neo"/>
                <a:cs typeface="Apple SD Gothic Neo"/>
              </a:defRPr>
            </a:lvl7pPr>
            <a:lvl8pPr>
              <a:defRPr sz="1800" b="0">
                <a:solidFill>
                  <a:srgbClr val="173643"/>
                </a:solidFill>
                <a:latin typeface="Apple SD Gothic Neo"/>
                <a:ea typeface="Apple SD Gothic Neo"/>
                <a:cs typeface="Apple SD Gothic Neo"/>
              </a:defRPr>
            </a:lvl8pPr>
            <a:lvl9pPr>
              <a:defRPr sz="1800" b="0">
                <a:solidFill>
                  <a:srgbClr val="173643"/>
                </a:solidFill>
                <a:latin typeface="Apple SD Gothic Neo"/>
                <a:ea typeface="Apple SD Gothic Neo"/>
                <a:cs typeface="Apple SD Gothic Neo"/>
              </a:defRPr>
            </a:lvl9pPr>
          </a:lstStyle>
          <a:p xmlns:a="http://schemas.openxmlformats.org/drawingml/2006/main">
            <a:pPr>
              <a:defRPr sz="1800" b="0">
                <a:solidFill>
                  <a:srgbClr val="173643"/>
                </a:solidFill>
                <a:latin typeface="Apple SD Gothic Neo"/>
                <a:ea typeface="Apple SD Gothic Neo"/>
                <a:cs typeface="Apple SD Gothic Neo"/>
              </a:defRPr>
            </a:pPr>
            <a:r>
              <a:rPr sz="1800" b="0">
                <a:solidFill>
                  <a:srgbClr val="173643"/>
                </a:solidFill>
                <a:latin typeface="Apple SD Gothic Neo"/>
                <a:ea typeface="Apple SD Gothic Neo"/>
                <a:cs typeface="Apple SD Gothic Neo"/>
              </a:rPr>
              <a:t>F1은 보조 지표입니다. Test 점수를 보며 분할·후보를 조정하지 않습니다.</a:t>
            </a:r>
          </a:p>
        </p:txBody>
      </p:sp>
    </p:spTree>
    <p:extLst>
      <p:ext uri="{BB962C8B-B14F-4D97-AF65-F5344CB8AC3E}">
        <p14:creationId xmlns:p14="http://schemas.microsoft.com/office/powerpoint/2010/main" val="1265258730"/>
      </p:ext>
    </p:extLst>
  </p:cSld>
</p:sld>
</file>

<file path=ppt/slides/slide14.xml><?xml version="1.0" encoding="utf-8"?>
<p:sld xmlns:p="http://schemas.openxmlformats.org/presentationml/2006/main">
  <p:cSld>
    <p:bg>
      <p:bgPr>
        <a:solidFill xmlns:a="http://schemas.openxmlformats.org/drawingml/2006/main">
          <a:srgbClr val="F7F9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823D57B-3F20-4E54-84F7-64A25B62E113}"/>
              </a:ext>
            </a:extLst>
          </p:cNvPr>
          <p:cNvSpPr>
            <a:spLocks xmlns:a="http://schemas.openxmlformats.org/drawingml/2006/main" noGrp="1"/>
          </p:cNvSpPr>
          <p:nvPr/>
        </p:nvSpPr>
        <p:spPr>
          <a:xfrm xmlns:a="http://schemas.openxmlformats.org/drawingml/2006/main">
            <a:off x="609600" y="228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75" b="1">
                <a:solidFill>
                  <a:srgbClr val="13747A"/>
                </a:solidFill>
                <a:latin typeface="Apple SD Gothic Neo"/>
                <a:ea typeface="Apple SD Gothic Neo"/>
                <a:cs typeface="Apple SD Gothic Neo"/>
              </a:defRPr>
            </a:defPPr>
            <a:lvl1pPr>
              <a:defRPr sz="1275" b="1">
                <a:solidFill>
                  <a:srgbClr val="13747A"/>
                </a:solidFill>
                <a:latin typeface="Apple SD Gothic Neo"/>
                <a:ea typeface="Apple SD Gothic Neo"/>
                <a:cs typeface="Apple SD Gothic Neo"/>
              </a:defRPr>
            </a:lvl1pPr>
            <a:lvl2pPr>
              <a:defRPr sz="1275" b="1">
                <a:solidFill>
                  <a:srgbClr val="13747A"/>
                </a:solidFill>
                <a:latin typeface="Apple SD Gothic Neo"/>
                <a:ea typeface="Apple SD Gothic Neo"/>
                <a:cs typeface="Apple SD Gothic Neo"/>
              </a:defRPr>
            </a:lvl2pPr>
            <a:lvl3pPr>
              <a:defRPr sz="1275" b="1">
                <a:solidFill>
                  <a:srgbClr val="13747A"/>
                </a:solidFill>
                <a:latin typeface="Apple SD Gothic Neo"/>
                <a:ea typeface="Apple SD Gothic Neo"/>
                <a:cs typeface="Apple SD Gothic Neo"/>
              </a:defRPr>
            </a:lvl3pPr>
            <a:lvl4pPr>
              <a:defRPr sz="1275" b="1">
                <a:solidFill>
                  <a:srgbClr val="13747A"/>
                </a:solidFill>
                <a:latin typeface="Apple SD Gothic Neo"/>
                <a:ea typeface="Apple SD Gothic Neo"/>
                <a:cs typeface="Apple SD Gothic Neo"/>
              </a:defRPr>
            </a:lvl4pPr>
            <a:lvl5pPr>
              <a:defRPr sz="1275" b="1">
                <a:solidFill>
                  <a:srgbClr val="13747A"/>
                </a:solidFill>
                <a:latin typeface="Apple SD Gothic Neo"/>
                <a:ea typeface="Apple SD Gothic Neo"/>
                <a:cs typeface="Apple SD Gothic Neo"/>
              </a:defRPr>
            </a:lvl5pPr>
            <a:lvl6pPr>
              <a:defRPr sz="1275" b="1">
                <a:solidFill>
                  <a:srgbClr val="13747A"/>
                </a:solidFill>
                <a:latin typeface="Apple SD Gothic Neo"/>
                <a:ea typeface="Apple SD Gothic Neo"/>
                <a:cs typeface="Apple SD Gothic Neo"/>
              </a:defRPr>
            </a:lvl6pPr>
            <a:lvl7pPr>
              <a:defRPr sz="1275" b="1">
                <a:solidFill>
                  <a:srgbClr val="13747A"/>
                </a:solidFill>
                <a:latin typeface="Apple SD Gothic Neo"/>
                <a:ea typeface="Apple SD Gothic Neo"/>
                <a:cs typeface="Apple SD Gothic Neo"/>
              </a:defRPr>
            </a:lvl7pPr>
            <a:lvl8pPr>
              <a:defRPr sz="1275" b="1">
                <a:solidFill>
                  <a:srgbClr val="13747A"/>
                </a:solidFill>
                <a:latin typeface="Apple SD Gothic Neo"/>
                <a:ea typeface="Apple SD Gothic Neo"/>
                <a:cs typeface="Apple SD Gothic Neo"/>
              </a:defRPr>
            </a:lvl8pPr>
            <a:lvl9pPr>
              <a:defRPr sz="1275" b="1">
                <a:solidFill>
                  <a:srgbClr val="13747A"/>
                </a:solidFill>
                <a:latin typeface="Apple SD Gothic Neo"/>
                <a:ea typeface="Apple SD Gothic Neo"/>
                <a:cs typeface="Apple SD Gothic Neo"/>
              </a:defRPr>
            </a:lvl9pPr>
          </a:lstStyle>
          <a:p xmlns:a="http://schemas.openxmlformats.org/drawingml/2006/main">
            <a:pPr>
              <a:defRPr sz="1275" b="1">
                <a:solidFill>
                  <a:srgbClr val="13747A"/>
                </a:solidFill>
                <a:latin typeface="Apple SD Gothic Neo"/>
                <a:ea typeface="Apple SD Gothic Neo"/>
                <a:cs typeface="Apple SD Gothic Neo"/>
              </a:defRPr>
            </a:pPr>
            <a:r>
              <a:rPr sz="1275" b="1">
                <a:solidFill>
                  <a:srgbClr val="13747A"/>
                </a:solidFill>
                <a:latin typeface="Apple SD Gothic Neo"/>
                <a:ea typeface="Apple SD Gothic Neo"/>
                <a:cs typeface="Apple SD Gothic Neo"/>
              </a:rPr>
              <a:t>부록 · 확장 설계이며 혼합 비율 탐색은 미구현</a:t>
            </a:r>
          </a:p>
        </p:txBody>
      </p:sp>
      <p:sp>
        <p:nvSpPr>
          <p:cNvPr id="2" name="">
            <a:extLst xmlns:a="http://schemas.openxmlformats.org/drawingml/2006/main">
              <a:ext uri="{FF2B5EF4-FFF2-40B4-BE49-F238E27FC236}">
                <a16:creationId xmlns:a16="http://schemas.microsoft.com/office/drawing/2014/main" id="{C7A7B72C-DBF1-47BE-BB90-3E275CE8094A}"/>
              </a:ext>
            </a:extLst>
          </p:cNvPr>
          <p:cNvSpPr>
            <a:spLocks xmlns:a="http://schemas.openxmlformats.org/drawingml/2006/main" noGrp="1"/>
          </p:cNvSpPr>
          <p:nvPr/>
        </p:nvSpPr>
        <p:spPr>
          <a:xfrm xmlns:a="http://schemas.openxmlformats.org/drawingml/2006/main">
            <a:off x="609600" y="6858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3150" b="1">
                <a:solidFill>
                  <a:srgbClr val="173643"/>
                </a:solidFill>
                <a:latin typeface="Apple SD Gothic Neo"/>
                <a:ea typeface="Apple SD Gothic Neo"/>
                <a:cs typeface="Apple SD Gothic Neo"/>
              </a:defRPr>
            </a:defPPr>
            <a:lvl1pPr>
              <a:defRPr sz="3150" b="1">
                <a:solidFill>
                  <a:srgbClr val="173643"/>
                </a:solidFill>
                <a:latin typeface="Apple SD Gothic Neo"/>
                <a:ea typeface="Apple SD Gothic Neo"/>
                <a:cs typeface="Apple SD Gothic Neo"/>
              </a:defRPr>
            </a:lvl1pPr>
            <a:lvl2pPr>
              <a:defRPr sz="3150" b="1">
                <a:solidFill>
                  <a:srgbClr val="173643"/>
                </a:solidFill>
                <a:latin typeface="Apple SD Gothic Neo"/>
                <a:ea typeface="Apple SD Gothic Neo"/>
                <a:cs typeface="Apple SD Gothic Neo"/>
              </a:defRPr>
            </a:lvl2pPr>
            <a:lvl3pPr>
              <a:defRPr sz="3150" b="1">
                <a:solidFill>
                  <a:srgbClr val="173643"/>
                </a:solidFill>
                <a:latin typeface="Apple SD Gothic Neo"/>
                <a:ea typeface="Apple SD Gothic Neo"/>
                <a:cs typeface="Apple SD Gothic Neo"/>
              </a:defRPr>
            </a:lvl3pPr>
            <a:lvl4pPr>
              <a:defRPr sz="3150" b="1">
                <a:solidFill>
                  <a:srgbClr val="173643"/>
                </a:solidFill>
                <a:latin typeface="Apple SD Gothic Neo"/>
                <a:ea typeface="Apple SD Gothic Neo"/>
                <a:cs typeface="Apple SD Gothic Neo"/>
              </a:defRPr>
            </a:lvl4pPr>
            <a:lvl5pPr>
              <a:defRPr sz="3150" b="1">
                <a:solidFill>
                  <a:srgbClr val="173643"/>
                </a:solidFill>
                <a:latin typeface="Apple SD Gothic Neo"/>
                <a:ea typeface="Apple SD Gothic Neo"/>
                <a:cs typeface="Apple SD Gothic Neo"/>
              </a:defRPr>
            </a:lvl5pPr>
            <a:lvl6pPr>
              <a:defRPr sz="3150" b="1">
                <a:solidFill>
                  <a:srgbClr val="173643"/>
                </a:solidFill>
                <a:latin typeface="Apple SD Gothic Neo"/>
                <a:ea typeface="Apple SD Gothic Neo"/>
                <a:cs typeface="Apple SD Gothic Neo"/>
              </a:defRPr>
            </a:lvl6pPr>
            <a:lvl7pPr>
              <a:defRPr sz="3150" b="1">
                <a:solidFill>
                  <a:srgbClr val="173643"/>
                </a:solidFill>
                <a:latin typeface="Apple SD Gothic Neo"/>
                <a:ea typeface="Apple SD Gothic Neo"/>
                <a:cs typeface="Apple SD Gothic Neo"/>
              </a:defRPr>
            </a:lvl7pPr>
            <a:lvl8pPr>
              <a:defRPr sz="3150" b="1">
                <a:solidFill>
                  <a:srgbClr val="173643"/>
                </a:solidFill>
                <a:latin typeface="Apple SD Gothic Neo"/>
                <a:ea typeface="Apple SD Gothic Neo"/>
                <a:cs typeface="Apple SD Gothic Neo"/>
              </a:defRPr>
            </a:lvl8pPr>
            <a:lvl9pPr>
              <a:defRPr sz="3150" b="1">
                <a:solidFill>
                  <a:srgbClr val="173643"/>
                </a:solidFill>
                <a:latin typeface="Apple SD Gothic Neo"/>
                <a:ea typeface="Apple SD Gothic Neo"/>
                <a:cs typeface="Apple SD Gothic Neo"/>
              </a:defRPr>
            </a:lvl9pPr>
          </a:lstStyle>
          <a:p xmlns:a="http://schemas.openxmlformats.org/drawingml/2006/main">
            <a:pPr>
              <a:defRPr sz="3150" b="1">
                <a:solidFill>
                  <a:srgbClr val="173643"/>
                </a:solidFill>
                <a:latin typeface="Apple SD Gothic Neo"/>
                <a:ea typeface="Apple SD Gothic Neo"/>
                <a:cs typeface="Apple SD Gothic Neo"/>
              </a:defRPr>
            </a:pPr>
            <a:r>
              <a:rPr sz="3150" b="1">
                <a:solidFill>
                  <a:srgbClr val="173643"/>
                </a:solidFill>
                <a:latin typeface="Apple SD Gothic Neo"/>
                <a:ea typeface="Apple SD Gothic Neo"/>
                <a:cs typeface="Apple SD Gothic Neo"/>
              </a:rPr>
              <a:t>앙상블 비율도 Validation에서 비교하는 확장</a:t>
            </a:r>
          </a:p>
        </p:txBody>
      </p:sp>
      <p:sp>
        <p:nvSpPr>
          <p:cNvPr id="3" name="">
            <a:extLst xmlns:a="http://schemas.openxmlformats.org/drawingml/2006/main">
              <a:ext uri="{FF2B5EF4-FFF2-40B4-BE49-F238E27FC236}">
                <a16:creationId xmlns:a16="http://schemas.microsoft.com/office/drawing/2014/main" id="{0FAE6E6E-5F67-49A8-B7A2-BE724F182075}"/>
              </a:ext>
            </a:extLst>
          </p:cNvPr>
          <p:cNvSpPr>
            <a:spLocks xmlns:a="http://schemas.openxmlformats.org/drawingml/2006/main" noGrp="1"/>
          </p:cNvSpPr>
          <p:nvPr/>
        </p:nvSpPr>
        <p:spPr>
          <a:xfrm xmlns:a="http://schemas.openxmlformats.org/drawingml/2006/main">
            <a:off x="609600" y="6467475"/>
            <a:ext cx="9048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G045 김용찬 · SK AI Leader Academy</a:t>
            </a:r>
          </a:p>
        </p:txBody>
      </p:sp>
      <p:sp>
        <p:nvSpPr>
          <p:cNvPr id="4" name="">
            <a:extLst xmlns:a="http://schemas.openxmlformats.org/drawingml/2006/main">
              <a:ext uri="{FF2B5EF4-FFF2-40B4-BE49-F238E27FC236}">
                <a16:creationId xmlns:a16="http://schemas.microsoft.com/office/drawing/2014/main" id="{8E431F76-965D-4CC1-8344-EEE42BDA2AE8}"/>
              </a:ext>
            </a:extLst>
          </p:cNvPr>
          <p:cNvSpPr>
            <a:spLocks xmlns:a="http://schemas.openxmlformats.org/drawingml/2006/main" noGrp="1"/>
          </p:cNvSpPr>
          <p:nvPr/>
        </p:nvSpPr>
        <p:spPr>
          <a:xfrm xmlns:a="http://schemas.openxmlformats.org/drawingml/2006/main">
            <a:off x="10287000" y="6467475"/>
            <a:ext cx="1333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14 / 15</a:t>
            </a:r>
          </a:p>
        </p:txBody>
      </p:sp>
      <p:graphicFrame>
        <p:nvGraphicFramePr>
          <p:cNvPr id="5" name="">
            <a:extLst xmlns:a="http://schemas.openxmlformats.org/drawingml/2006/main">
              <a:ext uri="{FF2B5EF4-FFF2-40B4-BE49-F238E27FC236}">
                <a16:creationId xmlns:a16="http://schemas.microsoft.com/office/drawing/2014/main" id="{D6AE5135-8CD2-41F4-9F35-65E5AF469DA7}"/>
              </a:ext>
            </a:extLst>
          </p:cNvPr>
          <p:cNvGraphicFramePr/>
          <p:nvPr/>
        </p:nvGraphicFramePr>
        <p:xfrm>
          <a:off xmlns:a="http://schemas.openxmlformats.org/drawingml/2006/main" x="609600" y="1762125"/>
          <a:ext xmlns:a="http://schemas.openxmlformats.org/drawingml/2006/main" cx="10972800" cy="3333750"/>
        </p:xfrm>
        <a:graphic xmlns:a="http://schemas.openxmlformats.org/drawingml/2006/main">
          <a:graphicData uri="http://schemas.openxmlformats.org/drawingml/2006/table">
            <a:tbl>
              <a:tblPr/>
              <a:tblGrid>
                <a:gridCol w="2857500"/>
                <a:gridCol w="8115300"/>
              </a:tblGrid>
              <a:tr h="666750">
                <a:tc>
                  <a:txBody>
                    <a:bodyPr/>
                    <a:lstStyle/>
                    <a:p>
                      <a:r>
                        <a:rPr sz="1875" b="1">
                          <a:solidFill>
                            <a:srgbClr val="13747A"/>
                          </a:solidFill>
                          <a:latin typeface="Apple SD Gothic Neo"/>
                          <a:ea typeface="Apple SD Gothic Neo"/>
                          <a:cs typeface="Apple SD Gothic Neo"/>
                        </a:rPr>
                        <a:t>확장 단계</a:t>
                      </a:r>
                    </a:p>
                  </a:txBody>
                  <a:tcPr marL="152400" marR="133350" marT="85725" marB="85725" anchor="ctr">
                    <a:lnL w="9525">
                      <a:solidFill>
                        <a:srgbClr val="D5E0E4"/>
                      </a:solidFill>
                      <a:prstDash val="solid"/>
                    </a:lnL>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c>
                  <a:txBody>
                    <a:bodyPr/>
                    <a:lstStyle/>
                    <a:p>
                      <a:r>
                        <a:rPr sz="1875" b="1">
                          <a:solidFill>
                            <a:srgbClr val="13747A"/>
                          </a:solidFill>
                          <a:latin typeface="Apple SD Gothic Neo"/>
                          <a:ea typeface="Apple SD Gothic Neo"/>
                          <a:cs typeface="Apple SD Gothic Neo"/>
                        </a:rPr>
                        <a:t>Agent가 설명할 내용</a:t>
                      </a:r>
                    </a:p>
                  </a:txBody>
                  <a:tcPr marL="152400" marR="133350" marT="85725" marB="85725" anchor="ctr">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r>
              <a:tr h="666750">
                <a:tc>
                  <a:txBody>
                    <a:bodyPr/>
                    <a:lstStyle/>
                    <a:p>
                      <a:r>
                        <a:rPr sz="1875" b="0">
                          <a:solidFill>
                            <a:srgbClr val="173643"/>
                          </a:solidFill>
                          <a:latin typeface="Apple SD Gothic Neo"/>
                          <a:ea typeface="Apple SD Gothic Neo"/>
                          <a:cs typeface="Apple SD Gothic Neo"/>
                        </a:rPr>
                        <a:t>1. 같은 입력·고정 분할</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FFFFF"/>
                    </a:solidFill>
                  </a:tcPr>
                </a:tc>
                <a:tc>
                  <a:txBody>
                    <a:bodyPr/>
                    <a:lstStyle/>
                    <a:p>
                      <a:r>
                        <a:rPr sz="1875" b="0">
                          <a:solidFill>
                            <a:srgbClr val="173643"/>
                          </a:solidFill>
                          <a:latin typeface="Apple SD Gothic Neo"/>
                          <a:ea typeface="Apple SD Gothic Neo"/>
                          <a:cs typeface="Apple SD Gothic Neo"/>
                        </a:rPr>
                        <a:t>동일 입력·라벨의 모델1·모델2를 Train으로 학습</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r>
              <a:tr h="666750">
                <a:tc>
                  <a:txBody>
                    <a:bodyPr/>
                    <a:lstStyle/>
                    <a:p>
                      <a:r>
                        <a:rPr sz="1875" b="0">
                          <a:solidFill>
                            <a:srgbClr val="173643"/>
                          </a:solidFill>
                          <a:latin typeface="Apple SD Gothic Neo"/>
                          <a:ea typeface="Apple SD Gothic Neo"/>
                          <a:cs typeface="Apple SD Gothic Neo"/>
                        </a:rPr>
                        <a:t>2. 승인받아 비율 비교</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1F5F6"/>
                    </a:solidFill>
                  </a:tcPr>
                </a:tc>
                <a:tc>
                  <a:txBody>
                    <a:bodyPr/>
                    <a:lstStyle/>
                    <a:p>
                      <a:r>
                        <a:rPr sz="1875" b="0">
                          <a:solidFill>
                            <a:srgbClr val="173643"/>
                          </a:solidFill>
                          <a:latin typeface="Apple SD Gothic Neo"/>
                          <a:ea typeface="Apple SD Gothic Neo"/>
                          <a:cs typeface="Apple SD Gothic Neo"/>
                        </a:rPr>
                        <a:t>0:100,25:75,50:50,75:25,100:0 등 예시 실험안</a:t>
                      </a:r>
                    </a:p>
                    <a:p>
                      <a:r>
                        <a:rPr sz="1875" b="0">
                          <a:solidFill>
                            <a:srgbClr val="173643"/>
                          </a:solidFill>
                          <a:latin typeface="Apple SD Gothic Neo"/>
                          <a:ea typeface="Apple SD Gothic Neo"/>
                          <a:cs typeface="Apple SD Gothic Neo"/>
                        </a:rPr>
                        <a:t>측정한 최적값 아님</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r>
              <a:tr h="666750">
                <a:tc>
                  <a:txBody>
                    <a:bodyPr/>
                    <a:lstStyle/>
                    <a:p>
                      <a:r>
                        <a:rPr sz="1875" b="0">
                          <a:solidFill>
                            <a:srgbClr val="173643"/>
                          </a:solidFill>
                          <a:latin typeface="Apple SD Gothic Neo"/>
                          <a:ea typeface="Apple SD Gothic Neo"/>
                          <a:cs typeface="Apple SD Gothic Neo"/>
                        </a:rPr>
                        <a:t>3. Validation에서 선택</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FFFFF"/>
                    </a:solidFill>
                  </a:tcPr>
                </a:tc>
                <a:tc>
                  <a:txBody>
                    <a:bodyPr/>
                    <a:lstStyle/>
                    <a:p>
                      <a:r>
                        <a:rPr sz="1875" b="0">
                          <a:solidFill>
                            <a:srgbClr val="173643"/>
                          </a:solidFill>
                          <a:latin typeface="Apple SD Gothic Neo"/>
                          <a:ea typeface="Apple SD Gothic Neo"/>
                          <a:cs typeface="Apple SD Gothic Neo"/>
                        </a:rPr>
                        <a:t>Recall 우선·정상 오판 함께 확인. 목표 미달이면 추가 실험</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r>
              <a:tr h="666750">
                <a:tc>
                  <a:txBody>
                    <a:bodyPr/>
                    <a:lstStyle/>
                    <a:p>
                      <a:r>
                        <a:rPr sz="1875" b="0">
                          <a:solidFill>
                            <a:srgbClr val="173643"/>
                          </a:solidFill>
                          <a:latin typeface="Apple SD Gothic Neo"/>
                          <a:ea typeface="Apple SD Gothic Neo"/>
                          <a:cs typeface="Apple SD Gothic Neo"/>
                        </a:rPr>
                        <a:t>4. 고정된 Test로 확인</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1F5F6"/>
                    </a:solidFill>
                  </a:tcPr>
                </a:tc>
                <a:tc>
                  <a:txBody>
                    <a:bodyPr/>
                    <a:lstStyle/>
                    <a:p>
                      <a:r>
                        <a:rPr sz="1875" b="0">
                          <a:solidFill>
                            <a:srgbClr val="173643"/>
                          </a:solidFill>
                          <a:latin typeface="Apple SD Gothic Neo"/>
                          <a:ea typeface="Apple SD Gothic Neo"/>
                          <a:cs typeface="Apple SD Gothic Neo"/>
                        </a:rPr>
                        <a:t>선택 비율을 고정해 단일 모델과 비교. 두 모델 운영 부담 확인</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r>
            </a:tbl>
          </a:graphicData>
        </a:graphic>
      </p:graphicFrame>
      <p:sp>
        <p:nvSpPr>
          <p:cNvPr id="6" name="">
            <a:extLst xmlns:a="http://schemas.openxmlformats.org/drawingml/2006/main">
              <a:ext uri="{FF2B5EF4-FFF2-40B4-BE49-F238E27FC236}">
                <a16:creationId xmlns:a16="http://schemas.microsoft.com/office/drawing/2014/main" id="{8DACCE7D-F2A9-4887-AF18-772B6120B72F}"/>
              </a:ext>
            </a:extLst>
          </p:cNvPr>
          <p:cNvSpPr>
            <a:spLocks xmlns:a="http://schemas.openxmlformats.org/drawingml/2006/main" noGrp="1"/>
          </p:cNvSpPr>
          <p:nvPr/>
        </p:nvSpPr>
        <p:spPr>
          <a:xfrm xmlns:a="http://schemas.openxmlformats.org/drawingml/2006/main">
            <a:off x="609600" y="52863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800" b="0">
                <a:solidFill>
                  <a:srgbClr val="173643"/>
                </a:solidFill>
                <a:latin typeface="Apple SD Gothic Neo"/>
                <a:ea typeface="Apple SD Gothic Neo"/>
                <a:cs typeface="Apple SD Gothic Neo"/>
              </a:defRPr>
            </a:defPPr>
            <a:lvl1pPr>
              <a:defRPr sz="1800" b="0">
                <a:solidFill>
                  <a:srgbClr val="173643"/>
                </a:solidFill>
                <a:latin typeface="Apple SD Gothic Neo"/>
                <a:ea typeface="Apple SD Gothic Neo"/>
                <a:cs typeface="Apple SD Gothic Neo"/>
              </a:defRPr>
            </a:lvl1pPr>
            <a:lvl2pPr>
              <a:defRPr sz="1800" b="0">
                <a:solidFill>
                  <a:srgbClr val="173643"/>
                </a:solidFill>
                <a:latin typeface="Apple SD Gothic Neo"/>
                <a:ea typeface="Apple SD Gothic Neo"/>
                <a:cs typeface="Apple SD Gothic Neo"/>
              </a:defRPr>
            </a:lvl2pPr>
            <a:lvl3pPr>
              <a:defRPr sz="1800" b="0">
                <a:solidFill>
                  <a:srgbClr val="173643"/>
                </a:solidFill>
                <a:latin typeface="Apple SD Gothic Neo"/>
                <a:ea typeface="Apple SD Gothic Neo"/>
                <a:cs typeface="Apple SD Gothic Neo"/>
              </a:defRPr>
            </a:lvl3pPr>
            <a:lvl4pPr>
              <a:defRPr sz="1800" b="0">
                <a:solidFill>
                  <a:srgbClr val="173643"/>
                </a:solidFill>
                <a:latin typeface="Apple SD Gothic Neo"/>
                <a:ea typeface="Apple SD Gothic Neo"/>
                <a:cs typeface="Apple SD Gothic Neo"/>
              </a:defRPr>
            </a:lvl4pPr>
            <a:lvl5pPr>
              <a:defRPr sz="1800" b="0">
                <a:solidFill>
                  <a:srgbClr val="173643"/>
                </a:solidFill>
                <a:latin typeface="Apple SD Gothic Neo"/>
                <a:ea typeface="Apple SD Gothic Neo"/>
                <a:cs typeface="Apple SD Gothic Neo"/>
              </a:defRPr>
            </a:lvl5pPr>
            <a:lvl6pPr>
              <a:defRPr sz="1800" b="0">
                <a:solidFill>
                  <a:srgbClr val="173643"/>
                </a:solidFill>
                <a:latin typeface="Apple SD Gothic Neo"/>
                <a:ea typeface="Apple SD Gothic Neo"/>
                <a:cs typeface="Apple SD Gothic Neo"/>
              </a:defRPr>
            </a:lvl6pPr>
            <a:lvl7pPr>
              <a:defRPr sz="1800" b="0">
                <a:solidFill>
                  <a:srgbClr val="173643"/>
                </a:solidFill>
                <a:latin typeface="Apple SD Gothic Neo"/>
                <a:ea typeface="Apple SD Gothic Neo"/>
                <a:cs typeface="Apple SD Gothic Neo"/>
              </a:defRPr>
            </a:lvl7pPr>
            <a:lvl8pPr>
              <a:defRPr sz="1800" b="0">
                <a:solidFill>
                  <a:srgbClr val="173643"/>
                </a:solidFill>
                <a:latin typeface="Apple SD Gothic Neo"/>
                <a:ea typeface="Apple SD Gothic Neo"/>
                <a:cs typeface="Apple SD Gothic Neo"/>
              </a:defRPr>
            </a:lvl8pPr>
            <a:lvl9pPr>
              <a:defRPr sz="1800" b="0">
                <a:solidFill>
                  <a:srgbClr val="173643"/>
                </a:solidFill>
                <a:latin typeface="Apple SD Gothic Neo"/>
                <a:ea typeface="Apple SD Gothic Neo"/>
                <a:cs typeface="Apple SD Gothic Neo"/>
              </a:defRPr>
            </a:lvl9pPr>
          </a:lstStyle>
          <a:p xmlns:a="http://schemas.openxmlformats.org/drawingml/2006/main">
            <a:pPr>
              <a:defRPr sz="1800" b="0">
                <a:solidFill>
                  <a:srgbClr val="173643"/>
                </a:solidFill>
                <a:latin typeface="Apple SD Gothic Neo"/>
                <a:ea typeface="Apple SD Gothic Neo"/>
                <a:cs typeface="Apple SD Gothic Neo"/>
              </a:defRPr>
            </a:pPr>
            <a:r>
              <a:rPr sz="1800" b="0">
                <a:solidFill>
                  <a:srgbClr val="173643"/>
                </a:solidFill>
                <a:latin typeface="Apple SD Gothic Neo"/>
                <a:ea typeface="Apple SD Gothic Neo"/>
                <a:cs typeface="Apple SD Gothic Neo"/>
              </a:rPr>
              <a:t>현재: RF·부스팅 사용. 서로 다른 모델의 혼합 비율 탐색은 미구현</a:t>
            </a:r>
          </a:p>
        </p:txBody>
      </p:sp>
      <p:sp>
        <p:nvSpPr>
          <p:cNvPr id="7" name="">
            <a:extLst xmlns:a="http://schemas.openxmlformats.org/drawingml/2006/main">
              <a:ext uri="{FF2B5EF4-FFF2-40B4-BE49-F238E27FC236}">
                <a16:creationId xmlns:a16="http://schemas.microsoft.com/office/drawing/2014/main" id="{BF50FC6B-6B01-4D29-9DA7-6973024B7F58}"/>
              </a:ext>
            </a:extLst>
          </p:cNvPr>
          <p:cNvSpPr>
            <a:spLocks xmlns:a="http://schemas.openxmlformats.org/drawingml/2006/main" noGrp="1"/>
          </p:cNvSpPr>
          <p:nvPr/>
        </p:nvSpPr>
        <p:spPr>
          <a:xfrm xmlns:a="http://schemas.openxmlformats.org/drawingml/2006/main">
            <a:off x="609600" y="57245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800" b="0">
                <a:solidFill>
                  <a:srgbClr val="173643"/>
                </a:solidFill>
                <a:latin typeface="Apple SD Gothic Neo"/>
                <a:ea typeface="Apple SD Gothic Neo"/>
                <a:cs typeface="Apple SD Gothic Neo"/>
              </a:defRPr>
            </a:defPPr>
            <a:lvl1pPr>
              <a:defRPr sz="1800" b="0">
                <a:solidFill>
                  <a:srgbClr val="173643"/>
                </a:solidFill>
                <a:latin typeface="Apple SD Gothic Neo"/>
                <a:ea typeface="Apple SD Gothic Neo"/>
                <a:cs typeface="Apple SD Gothic Neo"/>
              </a:defRPr>
            </a:lvl1pPr>
            <a:lvl2pPr>
              <a:defRPr sz="1800" b="0">
                <a:solidFill>
                  <a:srgbClr val="173643"/>
                </a:solidFill>
                <a:latin typeface="Apple SD Gothic Neo"/>
                <a:ea typeface="Apple SD Gothic Neo"/>
                <a:cs typeface="Apple SD Gothic Neo"/>
              </a:defRPr>
            </a:lvl2pPr>
            <a:lvl3pPr>
              <a:defRPr sz="1800" b="0">
                <a:solidFill>
                  <a:srgbClr val="173643"/>
                </a:solidFill>
                <a:latin typeface="Apple SD Gothic Neo"/>
                <a:ea typeface="Apple SD Gothic Neo"/>
                <a:cs typeface="Apple SD Gothic Neo"/>
              </a:defRPr>
            </a:lvl3pPr>
            <a:lvl4pPr>
              <a:defRPr sz="1800" b="0">
                <a:solidFill>
                  <a:srgbClr val="173643"/>
                </a:solidFill>
                <a:latin typeface="Apple SD Gothic Neo"/>
                <a:ea typeface="Apple SD Gothic Neo"/>
                <a:cs typeface="Apple SD Gothic Neo"/>
              </a:defRPr>
            </a:lvl4pPr>
            <a:lvl5pPr>
              <a:defRPr sz="1800" b="0">
                <a:solidFill>
                  <a:srgbClr val="173643"/>
                </a:solidFill>
                <a:latin typeface="Apple SD Gothic Neo"/>
                <a:ea typeface="Apple SD Gothic Neo"/>
                <a:cs typeface="Apple SD Gothic Neo"/>
              </a:defRPr>
            </a:lvl5pPr>
            <a:lvl6pPr>
              <a:defRPr sz="1800" b="0">
                <a:solidFill>
                  <a:srgbClr val="173643"/>
                </a:solidFill>
                <a:latin typeface="Apple SD Gothic Neo"/>
                <a:ea typeface="Apple SD Gothic Neo"/>
                <a:cs typeface="Apple SD Gothic Neo"/>
              </a:defRPr>
            </a:lvl6pPr>
            <a:lvl7pPr>
              <a:defRPr sz="1800" b="0">
                <a:solidFill>
                  <a:srgbClr val="173643"/>
                </a:solidFill>
                <a:latin typeface="Apple SD Gothic Neo"/>
                <a:ea typeface="Apple SD Gothic Neo"/>
                <a:cs typeface="Apple SD Gothic Neo"/>
              </a:defRPr>
            </a:lvl7pPr>
            <a:lvl8pPr>
              <a:defRPr sz="1800" b="0">
                <a:solidFill>
                  <a:srgbClr val="173643"/>
                </a:solidFill>
                <a:latin typeface="Apple SD Gothic Neo"/>
                <a:ea typeface="Apple SD Gothic Neo"/>
                <a:cs typeface="Apple SD Gothic Neo"/>
              </a:defRPr>
            </a:lvl8pPr>
            <a:lvl9pPr>
              <a:defRPr sz="1800" b="0">
                <a:solidFill>
                  <a:srgbClr val="173643"/>
                </a:solidFill>
                <a:latin typeface="Apple SD Gothic Neo"/>
                <a:ea typeface="Apple SD Gothic Neo"/>
                <a:cs typeface="Apple SD Gothic Neo"/>
              </a:defRPr>
            </a:lvl9pPr>
          </a:lstStyle>
          <a:p xmlns:a="http://schemas.openxmlformats.org/drawingml/2006/main">
            <a:pPr>
              <a:defRPr sz="1800" b="0">
                <a:solidFill>
                  <a:srgbClr val="173643"/>
                </a:solidFill>
                <a:latin typeface="Apple SD Gothic Neo"/>
                <a:ea typeface="Apple SD Gothic Neo"/>
                <a:cs typeface="Apple SD Gothic Neo"/>
              </a:defRPr>
            </a:pPr>
            <a:r>
              <a:rPr sz="1800" b="0">
                <a:solidFill>
                  <a:srgbClr val="173643"/>
                </a:solidFill>
                <a:latin typeface="Apple SD Gothic Neo"/>
                <a:ea typeface="Apple SD Gothic Neo"/>
                <a:cs typeface="Apple SD Gothic Neo"/>
              </a:rPr>
              <a:t>6:2:2 분할을 비교 전에 고정하고 “실험한 비율 중 가장 좋은 후보”로 설명</a:t>
            </a:r>
          </a:p>
        </p:txBody>
      </p:sp>
    </p:spTree>
    <p:extLst>
      <p:ext uri="{BB962C8B-B14F-4D97-AF65-F5344CB8AC3E}">
        <p14:creationId xmlns:p14="http://schemas.microsoft.com/office/powerpoint/2010/main" val="201391290"/>
      </p:ext>
    </p:extLst>
  </p:cSld>
</p:sld>
</file>

<file path=ppt/slides/slide15.xml><?xml version="1.0" encoding="utf-8"?>
<p:sld xmlns:p="http://schemas.openxmlformats.org/presentationml/2006/main">
  <p:cSld>
    <p:bg>
      <p:bgPr>
        <a:solidFill xmlns:a="http://schemas.openxmlformats.org/drawingml/2006/main">
          <a:srgbClr val="F7F9F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C10867D-D9DE-4AF5-984D-78307450D4A5}"/>
              </a:ext>
            </a:extLst>
          </p:cNvPr>
          <p:cNvSpPr>
            <a:spLocks xmlns:a="http://schemas.openxmlformats.org/drawingml/2006/main" noGrp="1"/>
          </p:cNvSpPr>
          <p:nvPr/>
        </p:nvSpPr>
        <p:spPr>
          <a:xfrm xmlns:a="http://schemas.openxmlformats.org/drawingml/2006/main">
            <a:off x="609600" y="228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75" b="1">
                <a:solidFill>
                  <a:srgbClr val="13747A"/>
                </a:solidFill>
                <a:latin typeface="Apple SD Gothic Neo"/>
                <a:ea typeface="Apple SD Gothic Neo"/>
                <a:cs typeface="Apple SD Gothic Neo"/>
              </a:defRPr>
            </a:defPPr>
            <a:lvl1pPr>
              <a:defRPr sz="1275" b="1">
                <a:solidFill>
                  <a:srgbClr val="13747A"/>
                </a:solidFill>
                <a:latin typeface="Apple SD Gothic Neo"/>
                <a:ea typeface="Apple SD Gothic Neo"/>
                <a:cs typeface="Apple SD Gothic Neo"/>
              </a:defRPr>
            </a:lvl1pPr>
            <a:lvl2pPr>
              <a:defRPr sz="1275" b="1">
                <a:solidFill>
                  <a:srgbClr val="13747A"/>
                </a:solidFill>
                <a:latin typeface="Apple SD Gothic Neo"/>
                <a:ea typeface="Apple SD Gothic Neo"/>
                <a:cs typeface="Apple SD Gothic Neo"/>
              </a:defRPr>
            </a:lvl2pPr>
            <a:lvl3pPr>
              <a:defRPr sz="1275" b="1">
                <a:solidFill>
                  <a:srgbClr val="13747A"/>
                </a:solidFill>
                <a:latin typeface="Apple SD Gothic Neo"/>
                <a:ea typeface="Apple SD Gothic Neo"/>
                <a:cs typeface="Apple SD Gothic Neo"/>
              </a:defRPr>
            </a:lvl3pPr>
            <a:lvl4pPr>
              <a:defRPr sz="1275" b="1">
                <a:solidFill>
                  <a:srgbClr val="13747A"/>
                </a:solidFill>
                <a:latin typeface="Apple SD Gothic Neo"/>
                <a:ea typeface="Apple SD Gothic Neo"/>
                <a:cs typeface="Apple SD Gothic Neo"/>
              </a:defRPr>
            </a:lvl4pPr>
            <a:lvl5pPr>
              <a:defRPr sz="1275" b="1">
                <a:solidFill>
                  <a:srgbClr val="13747A"/>
                </a:solidFill>
                <a:latin typeface="Apple SD Gothic Neo"/>
                <a:ea typeface="Apple SD Gothic Neo"/>
                <a:cs typeface="Apple SD Gothic Neo"/>
              </a:defRPr>
            </a:lvl5pPr>
            <a:lvl6pPr>
              <a:defRPr sz="1275" b="1">
                <a:solidFill>
                  <a:srgbClr val="13747A"/>
                </a:solidFill>
                <a:latin typeface="Apple SD Gothic Neo"/>
                <a:ea typeface="Apple SD Gothic Neo"/>
                <a:cs typeface="Apple SD Gothic Neo"/>
              </a:defRPr>
            </a:lvl6pPr>
            <a:lvl7pPr>
              <a:defRPr sz="1275" b="1">
                <a:solidFill>
                  <a:srgbClr val="13747A"/>
                </a:solidFill>
                <a:latin typeface="Apple SD Gothic Neo"/>
                <a:ea typeface="Apple SD Gothic Neo"/>
                <a:cs typeface="Apple SD Gothic Neo"/>
              </a:defRPr>
            </a:lvl7pPr>
            <a:lvl8pPr>
              <a:defRPr sz="1275" b="1">
                <a:solidFill>
                  <a:srgbClr val="13747A"/>
                </a:solidFill>
                <a:latin typeface="Apple SD Gothic Neo"/>
                <a:ea typeface="Apple SD Gothic Neo"/>
                <a:cs typeface="Apple SD Gothic Neo"/>
              </a:defRPr>
            </a:lvl8pPr>
            <a:lvl9pPr>
              <a:defRPr sz="1275" b="1">
                <a:solidFill>
                  <a:srgbClr val="13747A"/>
                </a:solidFill>
                <a:latin typeface="Apple SD Gothic Neo"/>
                <a:ea typeface="Apple SD Gothic Neo"/>
                <a:cs typeface="Apple SD Gothic Neo"/>
              </a:defRPr>
            </a:lvl9pPr>
          </a:lstStyle>
          <a:p xmlns:a="http://schemas.openxmlformats.org/drawingml/2006/main">
            <a:pPr>
              <a:defRPr sz="1275" b="1">
                <a:solidFill>
                  <a:srgbClr val="13747A"/>
                </a:solidFill>
                <a:latin typeface="Apple SD Gothic Neo"/>
                <a:ea typeface="Apple SD Gothic Neo"/>
                <a:cs typeface="Apple SD Gothic Neo"/>
              </a:defRPr>
            </a:pPr>
            <a:r>
              <a:rPr sz="1275" b="1">
                <a:solidFill>
                  <a:srgbClr val="13747A"/>
                </a:solidFill>
                <a:latin typeface="Apple SD Gothic Neo"/>
                <a:ea typeface="Apple SD Gothic Neo"/>
                <a:cs typeface="Apple SD Gothic Neo"/>
              </a:rPr>
              <a:t>부록 · 기술 요소와 구현 위치</a:t>
            </a:r>
          </a:p>
        </p:txBody>
      </p:sp>
      <p:sp>
        <p:nvSpPr>
          <p:cNvPr id="2" name="">
            <a:extLst xmlns:a="http://schemas.openxmlformats.org/drawingml/2006/main">
              <a:ext uri="{FF2B5EF4-FFF2-40B4-BE49-F238E27FC236}">
                <a16:creationId xmlns:a16="http://schemas.microsoft.com/office/drawing/2014/main" id="{0ED4843E-5CFA-4115-B326-A6CD9D3D4D80}"/>
              </a:ext>
            </a:extLst>
          </p:cNvPr>
          <p:cNvSpPr>
            <a:spLocks xmlns:a="http://schemas.openxmlformats.org/drawingml/2006/main" noGrp="1"/>
          </p:cNvSpPr>
          <p:nvPr/>
        </p:nvSpPr>
        <p:spPr>
          <a:xfrm xmlns:a="http://schemas.openxmlformats.org/drawingml/2006/main">
            <a:off x="609600" y="6858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3150" b="1">
                <a:solidFill>
                  <a:srgbClr val="173643"/>
                </a:solidFill>
                <a:latin typeface="Apple SD Gothic Neo"/>
                <a:ea typeface="Apple SD Gothic Neo"/>
                <a:cs typeface="Apple SD Gothic Neo"/>
              </a:defRPr>
            </a:defPPr>
            <a:lvl1pPr>
              <a:defRPr sz="3150" b="1">
                <a:solidFill>
                  <a:srgbClr val="173643"/>
                </a:solidFill>
                <a:latin typeface="Apple SD Gothic Neo"/>
                <a:ea typeface="Apple SD Gothic Neo"/>
                <a:cs typeface="Apple SD Gothic Neo"/>
              </a:defRPr>
            </a:lvl1pPr>
            <a:lvl2pPr>
              <a:defRPr sz="3150" b="1">
                <a:solidFill>
                  <a:srgbClr val="173643"/>
                </a:solidFill>
                <a:latin typeface="Apple SD Gothic Neo"/>
                <a:ea typeface="Apple SD Gothic Neo"/>
                <a:cs typeface="Apple SD Gothic Neo"/>
              </a:defRPr>
            </a:lvl2pPr>
            <a:lvl3pPr>
              <a:defRPr sz="3150" b="1">
                <a:solidFill>
                  <a:srgbClr val="173643"/>
                </a:solidFill>
                <a:latin typeface="Apple SD Gothic Neo"/>
                <a:ea typeface="Apple SD Gothic Neo"/>
                <a:cs typeface="Apple SD Gothic Neo"/>
              </a:defRPr>
            </a:lvl3pPr>
            <a:lvl4pPr>
              <a:defRPr sz="3150" b="1">
                <a:solidFill>
                  <a:srgbClr val="173643"/>
                </a:solidFill>
                <a:latin typeface="Apple SD Gothic Neo"/>
                <a:ea typeface="Apple SD Gothic Neo"/>
                <a:cs typeface="Apple SD Gothic Neo"/>
              </a:defRPr>
            </a:lvl4pPr>
            <a:lvl5pPr>
              <a:defRPr sz="3150" b="1">
                <a:solidFill>
                  <a:srgbClr val="173643"/>
                </a:solidFill>
                <a:latin typeface="Apple SD Gothic Neo"/>
                <a:ea typeface="Apple SD Gothic Neo"/>
                <a:cs typeface="Apple SD Gothic Neo"/>
              </a:defRPr>
            </a:lvl5pPr>
            <a:lvl6pPr>
              <a:defRPr sz="3150" b="1">
                <a:solidFill>
                  <a:srgbClr val="173643"/>
                </a:solidFill>
                <a:latin typeface="Apple SD Gothic Neo"/>
                <a:ea typeface="Apple SD Gothic Neo"/>
                <a:cs typeface="Apple SD Gothic Neo"/>
              </a:defRPr>
            </a:lvl6pPr>
            <a:lvl7pPr>
              <a:defRPr sz="3150" b="1">
                <a:solidFill>
                  <a:srgbClr val="173643"/>
                </a:solidFill>
                <a:latin typeface="Apple SD Gothic Neo"/>
                <a:ea typeface="Apple SD Gothic Neo"/>
                <a:cs typeface="Apple SD Gothic Neo"/>
              </a:defRPr>
            </a:lvl7pPr>
            <a:lvl8pPr>
              <a:defRPr sz="3150" b="1">
                <a:solidFill>
                  <a:srgbClr val="173643"/>
                </a:solidFill>
                <a:latin typeface="Apple SD Gothic Neo"/>
                <a:ea typeface="Apple SD Gothic Neo"/>
                <a:cs typeface="Apple SD Gothic Neo"/>
              </a:defRPr>
            </a:lvl8pPr>
            <a:lvl9pPr>
              <a:defRPr sz="3150" b="1">
                <a:solidFill>
                  <a:srgbClr val="173643"/>
                </a:solidFill>
                <a:latin typeface="Apple SD Gothic Neo"/>
                <a:ea typeface="Apple SD Gothic Neo"/>
                <a:cs typeface="Apple SD Gothic Neo"/>
              </a:defRPr>
            </a:lvl9pPr>
          </a:lstStyle>
          <a:p xmlns:a="http://schemas.openxmlformats.org/drawingml/2006/main">
            <a:pPr>
              <a:defRPr sz="3150" b="1">
                <a:solidFill>
                  <a:srgbClr val="173643"/>
                </a:solidFill>
                <a:latin typeface="Apple SD Gothic Neo"/>
                <a:ea typeface="Apple SD Gothic Neo"/>
                <a:cs typeface="Apple SD Gothic Neo"/>
              </a:defRPr>
            </a:pPr>
            <a:r>
              <a:rPr sz="3150" b="1">
                <a:solidFill>
                  <a:srgbClr val="173643"/>
                </a:solidFill>
                <a:latin typeface="Apple SD Gothic Neo"/>
                <a:ea typeface="Apple SD Gothic Neo"/>
                <a:cs typeface="Apple SD Gothic Neo"/>
              </a:rPr>
              <a:t>기술 요소가 반영된 위치</a:t>
            </a:r>
          </a:p>
        </p:txBody>
      </p:sp>
      <p:sp>
        <p:nvSpPr>
          <p:cNvPr id="3" name="">
            <a:extLst xmlns:a="http://schemas.openxmlformats.org/drawingml/2006/main">
              <a:ext uri="{FF2B5EF4-FFF2-40B4-BE49-F238E27FC236}">
                <a16:creationId xmlns:a16="http://schemas.microsoft.com/office/drawing/2014/main" id="{8A7BACA4-B121-4ED3-94A4-D66D09DCA9CC}"/>
              </a:ext>
            </a:extLst>
          </p:cNvPr>
          <p:cNvSpPr>
            <a:spLocks xmlns:a="http://schemas.openxmlformats.org/drawingml/2006/main" noGrp="1"/>
          </p:cNvSpPr>
          <p:nvPr/>
        </p:nvSpPr>
        <p:spPr>
          <a:xfrm xmlns:a="http://schemas.openxmlformats.org/drawingml/2006/main">
            <a:off x="609600" y="6467475"/>
            <a:ext cx="9048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G045 김용찬 · SK AI Leader Academy</a:t>
            </a:r>
          </a:p>
        </p:txBody>
      </p:sp>
      <p:sp>
        <p:nvSpPr>
          <p:cNvPr id="4" name="">
            <a:extLst xmlns:a="http://schemas.openxmlformats.org/drawingml/2006/main">
              <a:ext uri="{FF2B5EF4-FFF2-40B4-BE49-F238E27FC236}">
                <a16:creationId xmlns:a16="http://schemas.microsoft.com/office/drawing/2014/main" id="{C2457906-B2AB-4313-B854-D083266C7BB4}"/>
              </a:ext>
            </a:extLst>
          </p:cNvPr>
          <p:cNvSpPr>
            <a:spLocks xmlns:a="http://schemas.openxmlformats.org/drawingml/2006/main" noGrp="1"/>
          </p:cNvSpPr>
          <p:nvPr/>
        </p:nvSpPr>
        <p:spPr>
          <a:xfrm xmlns:a="http://schemas.openxmlformats.org/drawingml/2006/main">
            <a:off x="10287000" y="6467475"/>
            <a:ext cx="1333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200" b="0">
                <a:solidFill>
                  <a:srgbClr val="597380"/>
                </a:solidFill>
                <a:latin typeface="Apple SD Gothic Neo"/>
                <a:ea typeface="Apple SD Gothic Neo"/>
                <a:cs typeface="Apple SD Gothic Neo"/>
              </a:defRPr>
            </a:defPPr>
            <a:lvl1pPr>
              <a:defRPr sz="1200" b="0">
                <a:solidFill>
                  <a:srgbClr val="597380"/>
                </a:solidFill>
                <a:latin typeface="Apple SD Gothic Neo"/>
                <a:ea typeface="Apple SD Gothic Neo"/>
                <a:cs typeface="Apple SD Gothic Neo"/>
              </a:defRPr>
            </a:lvl1pPr>
            <a:lvl2pPr>
              <a:defRPr sz="1200" b="0">
                <a:solidFill>
                  <a:srgbClr val="597380"/>
                </a:solidFill>
                <a:latin typeface="Apple SD Gothic Neo"/>
                <a:ea typeface="Apple SD Gothic Neo"/>
                <a:cs typeface="Apple SD Gothic Neo"/>
              </a:defRPr>
            </a:lvl2pPr>
            <a:lvl3pPr>
              <a:defRPr sz="1200" b="0">
                <a:solidFill>
                  <a:srgbClr val="597380"/>
                </a:solidFill>
                <a:latin typeface="Apple SD Gothic Neo"/>
                <a:ea typeface="Apple SD Gothic Neo"/>
                <a:cs typeface="Apple SD Gothic Neo"/>
              </a:defRPr>
            </a:lvl3pPr>
            <a:lvl4pPr>
              <a:defRPr sz="1200" b="0">
                <a:solidFill>
                  <a:srgbClr val="597380"/>
                </a:solidFill>
                <a:latin typeface="Apple SD Gothic Neo"/>
                <a:ea typeface="Apple SD Gothic Neo"/>
                <a:cs typeface="Apple SD Gothic Neo"/>
              </a:defRPr>
            </a:lvl4pPr>
            <a:lvl5pPr>
              <a:defRPr sz="1200" b="0">
                <a:solidFill>
                  <a:srgbClr val="597380"/>
                </a:solidFill>
                <a:latin typeface="Apple SD Gothic Neo"/>
                <a:ea typeface="Apple SD Gothic Neo"/>
                <a:cs typeface="Apple SD Gothic Neo"/>
              </a:defRPr>
            </a:lvl5pPr>
            <a:lvl6pPr>
              <a:defRPr sz="1200" b="0">
                <a:solidFill>
                  <a:srgbClr val="597380"/>
                </a:solidFill>
                <a:latin typeface="Apple SD Gothic Neo"/>
                <a:ea typeface="Apple SD Gothic Neo"/>
                <a:cs typeface="Apple SD Gothic Neo"/>
              </a:defRPr>
            </a:lvl6pPr>
            <a:lvl7pPr>
              <a:defRPr sz="1200" b="0">
                <a:solidFill>
                  <a:srgbClr val="597380"/>
                </a:solidFill>
                <a:latin typeface="Apple SD Gothic Neo"/>
                <a:ea typeface="Apple SD Gothic Neo"/>
                <a:cs typeface="Apple SD Gothic Neo"/>
              </a:defRPr>
            </a:lvl7pPr>
            <a:lvl8pPr>
              <a:defRPr sz="1200" b="0">
                <a:solidFill>
                  <a:srgbClr val="597380"/>
                </a:solidFill>
                <a:latin typeface="Apple SD Gothic Neo"/>
                <a:ea typeface="Apple SD Gothic Neo"/>
                <a:cs typeface="Apple SD Gothic Neo"/>
              </a:defRPr>
            </a:lvl8pPr>
            <a:lvl9pPr>
              <a:defRPr sz="1200" b="0">
                <a:solidFill>
                  <a:srgbClr val="597380"/>
                </a:solidFill>
                <a:latin typeface="Apple SD Gothic Neo"/>
                <a:ea typeface="Apple SD Gothic Neo"/>
                <a:cs typeface="Apple SD Gothic Neo"/>
              </a:defRPr>
            </a:lvl9pPr>
          </a:lstStyle>
          <a:p xmlns:a="http://schemas.openxmlformats.org/drawingml/2006/main">
            <a:pPr>
              <a:defRPr sz="1200" b="0">
                <a:solidFill>
                  <a:srgbClr val="597380"/>
                </a:solidFill>
                <a:latin typeface="Apple SD Gothic Neo"/>
                <a:ea typeface="Apple SD Gothic Neo"/>
                <a:cs typeface="Apple SD Gothic Neo"/>
              </a:defRPr>
            </a:pPr>
            <a:r>
              <a:rPr sz="1200" b="0">
                <a:solidFill>
                  <a:srgbClr val="597380"/>
                </a:solidFill>
                <a:latin typeface="Apple SD Gothic Neo"/>
                <a:ea typeface="Apple SD Gothic Neo"/>
                <a:cs typeface="Apple SD Gothic Neo"/>
              </a:rPr>
              <a:t>15 / 15</a:t>
            </a:r>
          </a:p>
        </p:txBody>
      </p:sp>
      <p:graphicFrame>
        <p:nvGraphicFramePr>
          <p:cNvPr id="5" name="">
            <a:extLst xmlns:a="http://schemas.openxmlformats.org/drawingml/2006/main">
              <a:ext uri="{FF2B5EF4-FFF2-40B4-BE49-F238E27FC236}">
                <a16:creationId xmlns:a16="http://schemas.microsoft.com/office/drawing/2014/main" id="{4CCF52F5-3A6E-44A3-BECB-640624E5B249}"/>
              </a:ext>
            </a:extLst>
          </p:cNvPr>
          <p:cNvGraphicFramePr/>
          <p:nvPr/>
        </p:nvGraphicFramePr>
        <p:xfrm>
          <a:off xmlns:a="http://schemas.openxmlformats.org/drawingml/2006/main" x="609600" y="1771650"/>
          <a:ext xmlns:a="http://schemas.openxmlformats.org/drawingml/2006/main" cx="10972800" cy="4000500"/>
        </p:xfrm>
        <a:graphic xmlns:a="http://schemas.openxmlformats.org/drawingml/2006/main">
          <a:graphicData uri="http://schemas.openxmlformats.org/drawingml/2006/table">
            <a:tbl>
              <a:tblPr/>
              <a:tblGrid>
                <a:gridCol w="2381250"/>
                <a:gridCol w="4000500"/>
                <a:gridCol w="4591050"/>
              </a:tblGrid>
              <a:tr h="571500">
                <a:tc>
                  <a:txBody>
                    <a:bodyPr/>
                    <a:lstStyle/>
                    <a:p>
                      <a:r>
                        <a:rPr sz="1800" b="1">
                          <a:solidFill>
                            <a:srgbClr val="13747A"/>
                          </a:solidFill>
                          <a:latin typeface="Apple SD Gothic Neo"/>
                          <a:ea typeface="Apple SD Gothic Neo"/>
                          <a:cs typeface="Apple SD Gothic Neo"/>
                        </a:rPr>
                        <a:t>기술 요소</a:t>
                      </a:r>
                    </a:p>
                  </a:txBody>
                  <a:tcPr marL="152400" marR="133350" marT="85725" marB="85725" anchor="ctr">
                    <a:lnL w="9525">
                      <a:solidFill>
                        <a:srgbClr val="D5E0E4"/>
                      </a:solidFill>
                      <a:prstDash val="solid"/>
                    </a:lnL>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c>
                  <a:txBody>
                    <a:bodyPr/>
                    <a:lstStyle/>
                    <a:p>
                      <a:r>
                        <a:rPr sz="1800" b="1">
                          <a:solidFill>
                            <a:srgbClr val="13747A"/>
                          </a:solidFill>
                          <a:latin typeface="Apple SD Gothic Neo"/>
                          <a:ea typeface="Apple SD Gothic Neo"/>
                          <a:cs typeface="Apple SD Gothic Neo"/>
                        </a:rPr>
                        <a:t>구현 위치</a:t>
                      </a:r>
                    </a:p>
                  </a:txBody>
                  <a:tcPr marL="152400" marR="133350" marT="85725" marB="85725" anchor="ctr">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c>
                  <a:txBody>
                    <a:bodyPr/>
                    <a:lstStyle/>
                    <a:p>
                      <a:r>
                        <a:rPr sz="1800" b="1">
                          <a:solidFill>
                            <a:srgbClr val="13747A"/>
                          </a:solidFill>
                          <a:latin typeface="Apple SD Gothic Neo"/>
                          <a:ea typeface="Apple SD Gothic Neo"/>
                          <a:cs typeface="Apple SD Gothic Neo"/>
                        </a:rPr>
                        <a:t>확인 상태</a:t>
                      </a:r>
                    </a:p>
                  </a:txBody>
                  <a:tcPr marL="152400" marR="133350" marT="85725" marB="85725" anchor="ctr">
                    <a:lnR w="9525">
                      <a:solidFill>
                        <a:srgbClr val="D5E0E4"/>
                      </a:solidFill>
                      <a:prstDash val="solid"/>
                    </a:lnR>
                    <a:lnT w="9525">
                      <a:solidFill>
                        <a:srgbClr val="D5E0E4"/>
                      </a:solidFill>
                      <a:prstDash val="solid"/>
                    </a:lnT>
                    <a:lnB w="9525">
                      <a:solidFill>
                        <a:srgbClr val="D5E0E4"/>
                      </a:solidFill>
                      <a:prstDash val="solid"/>
                    </a:lnB>
                    <a:solidFill>
                      <a:srgbClr val="E5EFF1"/>
                    </a:solidFill>
                  </a:tcPr>
                </a:tc>
              </a:tr>
              <a:tr h="571500">
                <a:tc>
                  <a:txBody>
                    <a:bodyPr/>
                    <a:lstStyle/>
                    <a:p>
                      <a:r>
                        <a:rPr sz="1800" b="0">
                          <a:solidFill>
                            <a:srgbClr val="173643"/>
                          </a:solidFill>
                          <a:latin typeface="Apple SD Gothic Neo"/>
                          <a:ea typeface="Apple SD Gothic Neo"/>
                          <a:cs typeface="Apple SD Gothic Neo"/>
                        </a:rPr>
                        <a:t>Multi-Agent</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FFFFF"/>
                    </a:solidFill>
                  </a:tcPr>
                </a:tc>
                <a:tc>
                  <a:txBody>
                    <a:bodyPr/>
                    <a:lstStyle/>
                    <a:p>
                      <a:r>
                        <a:rPr sz="1800" b="0">
                          <a:solidFill>
                            <a:srgbClr val="173643"/>
                          </a:solidFill>
                          <a:latin typeface="Apple SD Gothic Neo"/>
                          <a:ea typeface="Apple SD Gothic Neo"/>
                          <a:cs typeface="Apple SD Gothic Neo"/>
                        </a:rPr>
                        <a:t>planner.py · advisors.py</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c>
                  <a:txBody>
                    <a:bodyPr/>
                    <a:lstStyle/>
                    <a:p>
                      <a:r>
                        <a:rPr sz="1800" b="0">
                          <a:solidFill>
                            <a:srgbClr val="173643"/>
                          </a:solidFill>
                          <a:latin typeface="Apple SD Gothic Neo"/>
                          <a:ea typeface="Apple SD Gothic Neo"/>
                          <a:cs typeface="Apple SD Gothic Neo"/>
                        </a:rPr>
                        <a:t>데이터 점검·계획·결과 검토 역할</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r>
              <a:tr h="571500">
                <a:tc>
                  <a:txBody>
                    <a:bodyPr/>
                    <a:lstStyle/>
                    <a:p>
                      <a:r>
                        <a:rPr sz="1800" b="0">
                          <a:solidFill>
                            <a:srgbClr val="173643"/>
                          </a:solidFill>
                          <a:latin typeface="Apple SD Gothic Neo"/>
                          <a:ea typeface="Apple SD Gothic Neo"/>
                          <a:cs typeface="Apple SD Gothic Neo"/>
                        </a:rPr>
                        <a:t>RAG</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1F5F6"/>
                    </a:solidFill>
                  </a:tcPr>
                </a:tc>
                <a:tc>
                  <a:txBody>
                    <a:bodyPr/>
                    <a:lstStyle/>
                    <a:p>
                      <a:r>
                        <a:rPr sz="1800" b="0">
                          <a:solidFill>
                            <a:srgbClr val="173643"/>
                          </a:solidFill>
                          <a:latin typeface="Apple SD Gothic Neo"/>
                          <a:ea typeface="Apple SD Gothic Neo"/>
                          <a:cs typeface="Apple SD Gothic Neo"/>
                        </a:rPr>
                        <a:t>Knowledge · knowledge.json</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c>
                  <a:txBody>
                    <a:bodyPr/>
                    <a:lstStyle/>
                    <a:p>
                      <a:r>
                        <a:rPr sz="1800" b="0">
                          <a:solidFill>
                            <a:srgbClr val="173643"/>
                          </a:solidFill>
                          <a:latin typeface="Apple SD Gothic Neo"/>
                          <a:ea typeface="Apple SD Gothic Neo"/>
                          <a:cs typeface="Apple SD Gothic Neo"/>
                        </a:rPr>
                        <a:t>계획 설명용 근거 검색·출처 연결</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r>
              <a:tr h="571500">
                <a:tc>
                  <a:txBody>
                    <a:bodyPr/>
                    <a:lstStyle/>
                    <a:p>
                      <a:r>
                        <a:rPr sz="1800" b="0">
                          <a:solidFill>
                            <a:srgbClr val="173643"/>
                          </a:solidFill>
                          <a:latin typeface="Apple SD Gothic Neo"/>
                          <a:ea typeface="Apple SD Gothic Neo"/>
                          <a:cs typeface="Apple SD Gothic Neo"/>
                        </a:rPr>
                        <a:t>MCP</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FFFFF"/>
                    </a:solidFill>
                  </a:tcPr>
                </a:tc>
                <a:tc>
                  <a:txBody>
                    <a:bodyPr/>
                    <a:lstStyle/>
                    <a:p>
                      <a:r>
                        <a:rPr sz="1800" b="0">
                          <a:solidFill>
                            <a:srgbClr val="173643"/>
                          </a:solidFill>
                          <a:latin typeface="Apple SD Gothic Neo"/>
                          <a:ea typeface="Apple SD Gothic Neo"/>
                          <a:cs typeface="Apple SD Gothic Neo"/>
                        </a:rPr>
                        <a:t>mcp_server.py</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c>
                  <a:txBody>
                    <a:bodyPr/>
                    <a:lstStyle/>
                    <a:p>
                      <a:r>
                        <a:rPr sz="1800" b="0">
                          <a:solidFill>
                            <a:srgbClr val="173643"/>
                          </a:solidFill>
                          <a:latin typeface="Apple SD Gothic Neo"/>
                          <a:ea typeface="Apple SD Gothic Neo"/>
                          <a:cs typeface="Apple SD Gothic Neo"/>
                        </a:rPr>
                        <a:t>4도구·지식 resource 실제 연결</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r>
              <a:tr h="571500">
                <a:tc>
                  <a:txBody>
                    <a:bodyPr/>
                    <a:lstStyle/>
                    <a:p>
                      <a:r>
                        <a:rPr sz="1800" b="0">
                          <a:solidFill>
                            <a:srgbClr val="173643"/>
                          </a:solidFill>
                          <a:latin typeface="Apple SD Gothic Neo"/>
                          <a:ea typeface="Apple SD Gothic Neo"/>
                          <a:cs typeface="Apple SD Gothic Neo"/>
                        </a:rPr>
                        <a:t>의존성 주입</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1F5F6"/>
                    </a:solidFill>
                  </a:tcPr>
                </a:tc>
                <a:tc>
                  <a:txBody>
                    <a:bodyPr/>
                    <a:lstStyle/>
                    <a:p>
                      <a:r>
                        <a:rPr sz="1800" b="0">
                          <a:solidFill>
                            <a:srgbClr val="173643"/>
                          </a:solidFill>
                          <a:latin typeface="Apple SD Gothic Neo"/>
                          <a:ea typeface="Apple SD Gothic Neo"/>
                          <a:cs typeface="Apple SD Gothic Neo"/>
                        </a:rPr>
                        <a:t>Dependencies · Workbench</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c>
                  <a:txBody>
                    <a:bodyPr/>
                    <a:lstStyle/>
                    <a:p>
                      <a:r>
                        <a:rPr sz="1800" b="0">
                          <a:solidFill>
                            <a:srgbClr val="173643"/>
                          </a:solidFill>
                          <a:latin typeface="Apple SD Gothic Neo"/>
                          <a:ea typeface="Apple SD Gothic Neo"/>
                          <a:cs typeface="Apple SD Gothic Neo"/>
                        </a:rPr>
                        <a:t>Store·Knowledge·Advisor 주입</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r>
              <a:tr h="571500">
                <a:tc>
                  <a:txBody>
                    <a:bodyPr/>
                    <a:lstStyle/>
                    <a:p>
                      <a:r>
                        <a:rPr sz="1800" b="0">
                          <a:solidFill>
                            <a:srgbClr val="173643"/>
                          </a:solidFill>
                          <a:latin typeface="Apple SD Gothic Neo"/>
                          <a:ea typeface="Apple SD Gothic Neo"/>
                          <a:cs typeface="Apple SD Gothic Neo"/>
                        </a:rPr>
                        <a:t>모듈화</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FFFFF"/>
                    </a:solidFill>
                  </a:tcPr>
                </a:tc>
                <a:tc>
                  <a:txBody>
                    <a:bodyPr/>
                    <a:lstStyle/>
                    <a:p>
                      <a:r>
                        <a:rPr sz="1800" b="0">
                          <a:solidFill>
                            <a:srgbClr val="173643"/>
                          </a:solidFill>
                          <a:latin typeface="Apple SD Gothic Neo"/>
                          <a:ea typeface="Apple SD Gothic Neo"/>
                          <a:cs typeface="Apple SD Gothic Neo"/>
                        </a:rPr>
                        <a:t>app/ 데이터·학습·관리 모듈</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c>
                  <a:txBody>
                    <a:bodyPr/>
                    <a:lstStyle/>
                    <a:p>
                      <a:r>
                        <a:rPr sz="1800" b="0">
                          <a:solidFill>
                            <a:srgbClr val="173643"/>
                          </a:solidFill>
                          <a:latin typeface="Apple SD Gothic Neo"/>
                          <a:ea typeface="Apple SD Gothic Neo"/>
                          <a:cs typeface="Apple SD Gothic Neo"/>
                        </a:rPr>
                        <a:t>API·MCP가 공통 엔진 재사용</a:t>
                      </a:r>
                    </a:p>
                  </a:txBody>
                  <a:tcPr marL="152400" marR="133350" marT="85725" marB="85725" anchor="ctr">
                    <a:lnR w="9525">
                      <a:solidFill>
                        <a:srgbClr val="D5E0E4"/>
                      </a:solidFill>
                      <a:prstDash val="solid"/>
                    </a:lnR>
                    <a:lnB w="9525">
                      <a:solidFill>
                        <a:srgbClr val="D5E0E4"/>
                      </a:solidFill>
                      <a:prstDash val="solid"/>
                    </a:lnB>
                    <a:solidFill>
                      <a:srgbClr val="FFFFFF"/>
                    </a:solidFill>
                  </a:tcPr>
                </a:tc>
              </a:tr>
              <a:tr h="571500">
                <a:tc>
                  <a:txBody>
                    <a:bodyPr/>
                    <a:lstStyle/>
                    <a:p>
                      <a:r>
                        <a:rPr sz="1800" b="0">
                          <a:solidFill>
                            <a:srgbClr val="173643"/>
                          </a:solidFill>
                          <a:latin typeface="Apple SD Gothic Neo"/>
                          <a:ea typeface="Apple SD Gothic Neo"/>
                          <a:cs typeface="Apple SD Gothic Neo"/>
                        </a:rPr>
                        <a:t>단위/API 테스트</a:t>
                      </a:r>
                    </a:p>
                  </a:txBody>
                  <a:tcPr marL="152400" marR="133350" marT="85725" marB="85725" anchor="ctr">
                    <a:lnL w="9525">
                      <a:solidFill>
                        <a:srgbClr val="D5E0E4"/>
                      </a:solidFill>
                      <a:prstDash val="solid"/>
                    </a:lnL>
                    <a:lnR w="9525">
                      <a:solidFill>
                        <a:srgbClr val="D5E0E4"/>
                      </a:solidFill>
                      <a:prstDash val="solid"/>
                    </a:lnR>
                    <a:lnB w="9525">
                      <a:solidFill>
                        <a:srgbClr val="D5E0E4"/>
                      </a:solidFill>
                      <a:prstDash val="solid"/>
                    </a:lnB>
                    <a:solidFill>
                      <a:srgbClr val="F1F5F6"/>
                    </a:solidFill>
                  </a:tcPr>
                </a:tc>
                <a:tc>
                  <a:txBody>
                    <a:bodyPr/>
                    <a:lstStyle/>
                    <a:p>
                      <a:r>
                        <a:rPr sz="1800" b="0">
                          <a:solidFill>
                            <a:srgbClr val="173643"/>
                          </a:solidFill>
                          <a:latin typeface="Apple SD Gothic Neo"/>
                          <a:ea typeface="Apple SD Gothic Neo"/>
                          <a:cs typeface="Apple SD Gothic Neo"/>
                        </a:rPr>
                        <a:t>tests/</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c>
                  <a:txBody>
                    <a:bodyPr/>
                    <a:lstStyle/>
                    <a:p>
                      <a:r>
                        <a:rPr sz="1800" b="0">
                          <a:solidFill>
                            <a:srgbClr val="173643"/>
                          </a:solidFill>
                          <a:latin typeface="Apple SD Gothic Neo"/>
                          <a:ea typeface="Apple SD Gothic Neo"/>
                          <a:cs typeface="Apple SD Gothic Neo"/>
                        </a:rPr>
                        <a:t>26개 테스트 통과</a:t>
                      </a:r>
                    </a:p>
                  </a:txBody>
                  <a:tcPr marL="152400" marR="133350" marT="85725" marB="85725" anchor="ctr">
                    <a:lnR w="9525">
                      <a:solidFill>
                        <a:srgbClr val="D5E0E4"/>
                      </a:solidFill>
                      <a:prstDash val="solid"/>
                    </a:lnR>
                    <a:lnB w="9525">
                      <a:solidFill>
                        <a:srgbClr val="D5E0E4"/>
                      </a:solidFill>
                      <a:prstDash val="solid"/>
                    </a:lnB>
                    <a:solidFill>
                      <a:srgbClr val="F1F5F6"/>
                    </a:solidFill>
                  </a:tcPr>
                </a:tc>
              </a:tr>
            </a:tbl>
          </a:graphicData>
        </a:graphic>
      </p:graphicFrame>
      <p:sp>
        <p:nvSpPr>
          <p:cNvPr id="6" name="">
            <a:extLst xmlns:a="http://schemas.openxmlformats.org/drawingml/2006/main">
              <a:ext uri="{FF2B5EF4-FFF2-40B4-BE49-F238E27FC236}">
                <a16:creationId xmlns:a16="http://schemas.microsoft.com/office/drawing/2014/main" id="{957EFA54-2788-492F-9586-BFCE2F108345}"/>
              </a:ext>
            </a:extLst>
          </p:cNvPr>
          <p:cNvSpPr>
            <a:spLocks xmlns:a="http://schemas.openxmlformats.org/drawingml/2006/main" noGrp="1"/>
          </p:cNvSpPr>
          <p:nvPr/>
        </p:nvSpPr>
        <p:spPr>
          <a:xfrm xmlns:a="http://schemas.openxmlformats.org/drawingml/2006/main">
            <a:off x="609600" y="593407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chor="ctr"/>
          <a:lstStyle xmlns:a="http://schemas.openxmlformats.org/drawingml/2006/main">
            <a:defPPr>
              <a:defRPr sz="1725" b="0">
                <a:solidFill>
                  <a:srgbClr val="173643"/>
                </a:solidFill>
                <a:latin typeface="Apple SD Gothic Neo"/>
                <a:ea typeface="Apple SD Gothic Neo"/>
                <a:cs typeface="Apple SD Gothic Neo"/>
              </a:defRPr>
            </a:defPPr>
            <a:lvl1pPr>
              <a:defRPr sz="1725" b="0">
                <a:solidFill>
                  <a:srgbClr val="173643"/>
                </a:solidFill>
                <a:latin typeface="Apple SD Gothic Neo"/>
                <a:ea typeface="Apple SD Gothic Neo"/>
                <a:cs typeface="Apple SD Gothic Neo"/>
              </a:defRPr>
            </a:lvl1pPr>
            <a:lvl2pPr>
              <a:defRPr sz="1725" b="0">
                <a:solidFill>
                  <a:srgbClr val="173643"/>
                </a:solidFill>
                <a:latin typeface="Apple SD Gothic Neo"/>
                <a:ea typeface="Apple SD Gothic Neo"/>
                <a:cs typeface="Apple SD Gothic Neo"/>
              </a:defRPr>
            </a:lvl2pPr>
            <a:lvl3pPr>
              <a:defRPr sz="1725" b="0">
                <a:solidFill>
                  <a:srgbClr val="173643"/>
                </a:solidFill>
                <a:latin typeface="Apple SD Gothic Neo"/>
                <a:ea typeface="Apple SD Gothic Neo"/>
                <a:cs typeface="Apple SD Gothic Neo"/>
              </a:defRPr>
            </a:lvl3pPr>
            <a:lvl4pPr>
              <a:defRPr sz="1725" b="0">
                <a:solidFill>
                  <a:srgbClr val="173643"/>
                </a:solidFill>
                <a:latin typeface="Apple SD Gothic Neo"/>
                <a:ea typeface="Apple SD Gothic Neo"/>
                <a:cs typeface="Apple SD Gothic Neo"/>
              </a:defRPr>
            </a:lvl4pPr>
            <a:lvl5pPr>
              <a:defRPr sz="1725" b="0">
                <a:solidFill>
                  <a:srgbClr val="173643"/>
                </a:solidFill>
                <a:latin typeface="Apple SD Gothic Neo"/>
                <a:ea typeface="Apple SD Gothic Neo"/>
                <a:cs typeface="Apple SD Gothic Neo"/>
              </a:defRPr>
            </a:lvl5pPr>
            <a:lvl6pPr>
              <a:defRPr sz="1725" b="0">
                <a:solidFill>
                  <a:srgbClr val="173643"/>
                </a:solidFill>
                <a:latin typeface="Apple SD Gothic Neo"/>
                <a:ea typeface="Apple SD Gothic Neo"/>
                <a:cs typeface="Apple SD Gothic Neo"/>
              </a:defRPr>
            </a:lvl6pPr>
            <a:lvl7pPr>
              <a:defRPr sz="1725" b="0">
                <a:solidFill>
                  <a:srgbClr val="173643"/>
                </a:solidFill>
                <a:latin typeface="Apple SD Gothic Neo"/>
                <a:ea typeface="Apple SD Gothic Neo"/>
                <a:cs typeface="Apple SD Gothic Neo"/>
              </a:defRPr>
            </a:lvl7pPr>
            <a:lvl8pPr>
              <a:defRPr sz="1725" b="0">
                <a:solidFill>
                  <a:srgbClr val="173643"/>
                </a:solidFill>
                <a:latin typeface="Apple SD Gothic Neo"/>
                <a:ea typeface="Apple SD Gothic Neo"/>
                <a:cs typeface="Apple SD Gothic Neo"/>
              </a:defRPr>
            </a:lvl8pPr>
            <a:lvl9pPr>
              <a:defRPr sz="1725" b="0">
                <a:solidFill>
                  <a:srgbClr val="173643"/>
                </a:solidFill>
                <a:latin typeface="Apple SD Gothic Neo"/>
                <a:ea typeface="Apple SD Gothic Neo"/>
                <a:cs typeface="Apple SD Gothic Neo"/>
              </a:defRPr>
            </a:lvl9pPr>
          </a:lstStyle>
          <a:p xmlns:a="http://schemas.openxmlformats.org/drawingml/2006/main">
            <a:pPr>
              <a:defRPr sz="1725" b="0">
                <a:solidFill>
                  <a:srgbClr val="173643"/>
                </a:solidFill>
                <a:latin typeface="Apple SD Gothic Neo"/>
                <a:ea typeface="Apple SD Gothic Neo"/>
                <a:cs typeface="Apple SD Gothic Neo"/>
              </a:defRPr>
            </a:pPr>
            <a:r>
              <a:rPr sz="1725" b="0">
                <a:solidFill>
                  <a:srgbClr val="173643"/>
                </a:solidFill>
                <a:latin typeface="Apple SD Gothic Neo"/>
                <a:ea typeface="Apple SD Gothic Neo"/>
                <a:cs typeface="Apple SD Gothic Neo"/>
              </a:rPr>
              <a:t>상세 대응표: docs/ASSIGNMENT_CHECKLIST.md</a:t>
            </a:r>
          </a:p>
        </p:txBody>
      </p:sp>
    </p:spTree>
    <p:extLst>
      <p:ext uri="{BB962C8B-B14F-4D97-AF65-F5344CB8AC3E}">
        <p14:creationId xmlns:p14="http://schemas.microsoft.com/office/powerpoint/2010/main" val="206051927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ple SD Gothic Neo"/>
        <a:ea typeface=""/>
        <a:cs typeface=""/>
      </a:majorFont>
      <a:minorFont>
        <a:latin typeface="Apple SD Gothic Neo"/>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2026-10-21T04:53:31.9960000Z</dcterms:created>
  <dcterms:modified xsi:type="dcterms:W3CDTF">2026-10-21T04:53:31.9960000Z</dcterms:modified>
</coreProperties>
</file>